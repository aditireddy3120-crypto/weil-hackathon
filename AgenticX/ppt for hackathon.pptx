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0" r:id="rId5"/>
    <p:sldId id="261" r:id="rId6"/>
    <p:sldId id="262" r:id="rId7"/>
    <p:sldId id="263" r:id="rId8"/>
    <p:sldId id="264" r:id="rId9"/>
    <p:sldId id="265" r:id="rId10"/>
    <p:sldId id="266" r:id="rId11"/>
    <p:sldId id="268" r:id="rId12"/>
    <p:sldId id="26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257" autoAdjust="0"/>
    <p:restoredTop sz="94660"/>
  </p:normalViewPr>
  <p:slideViewPr>
    <p:cSldViewPr>
      <p:cViewPr varScale="1">
        <p:scale>
          <a:sx n="64" d="100"/>
          <a:sy n="64" d="100"/>
        </p:scale>
        <p:origin x="-1312" y="-6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2A3FF7E0-1C1F-4CEA-96DC-3A10841CD7D9}" type="datetimeFigureOut">
              <a:rPr lang="en-US" smtClean="0"/>
              <a:pPr/>
              <a:t>3/16/2026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AF8E202-54FA-4D19-BB7D-5DDA98515D5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A3FF7E0-1C1F-4CEA-96DC-3A10841CD7D9}" type="datetimeFigureOut">
              <a:rPr lang="en-US" smtClean="0"/>
              <a:pPr/>
              <a:t>3/16/2026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7AF8E202-54FA-4D19-BB7D-5DDA98515D54}"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2A3FF7E0-1C1F-4CEA-96DC-3A10841CD7D9}" type="datetimeFigureOut">
              <a:rPr lang="en-US" smtClean="0"/>
              <a:pPr/>
              <a:t>3/16/2026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7AF8E202-54FA-4D19-BB7D-5DDA98515D54}"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2A3FF7E0-1C1F-4CEA-96DC-3A10841CD7D9}" type="datetimeFigureOut">
              <a:rPr lang="en-US" smtClean="0"/>
              <a:pPr/>
              <a:t>3/16/2026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7AF8E202-54FA-4D19-BB7D-5DDA98515D54}"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2A3FF7E0-1C1F-4CEA-96DC-3A10841CD7D9}" type="datetimeFigureOut">
              <a:rPr lang="en-US" smtClean="0"/>
              <a:pPr/>
              <a:t>3/16/2026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7AF8E202-54FA-4D19-BB7D-5DDA98515D5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2A3FF7E0-1C1F-4CEA-96DC-3A10841CD7D9}" type="datetimeFigureOut">
              <a:rPr lang="en-US" smtClean="0"/>
              <a:pPr/>
              <a:t>3/16/2026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7AF8E202-54FA-4D19-BB7D-5DDA98515D54}"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2A3FF7E0-1C1F-4CEA-96DC-3A10841CD7D9}" type="datetimeFigureOut">
              <a:rPr lang="en-US" smtClean="0"/>
              <a:pPr/>
              <a:t>3/16/2026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7AF8E202-54FA-4D19-BB7D-5DDA98515D5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2A3FF7E0-1C1F-4CEA-96DC-3A10841CD7D9}" type="datetimeFigureOut">
              <a:rPr lang="en-US" smtClean="0"/>
              <a:pPr/>
              <a:t>3/16/2026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7AF8E202-54FA-4D19-BB7D-5DDA98515D5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2A3FF7E0-1C1F-4CEA-96DC-3A10841CD7D9}" type="datetimeFigureOut">
              <a:rPr lang="en-US" smtClean="0"/>
              <a:pPr/>
              <a:t>3/16/2026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AF8E202-54FA-4D19-BB7D-5DDA98515D54}"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A3FF7E0-1C1F-4CEA-96DC-3A10841CD7D9}" type="datetimeFigureOut">
              <a:rPr lang="en-US" smtClean="0"/>
              <a:pPr/>
              <a:t>3/16/2026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7AF8E202-54FA-4D19-BB7D-5DDA98515D5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A3FF7E0-1C1F-4CEA-96DC-3A10841CD7D9}" type="datetimeFigureOut">
              <a:rPr lang="en-US" smtClean="0"/>
              <a:pPr/>
              <a:t>3/16/2026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7AF8E202-54FA-4D19-BB7D-5DDA98515D5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2A3FF7E0-1C1F-4CEA-96DC-3A10841CD7D9}" type="datetimeFigureOut">
              <a:rPr lang="en-US" smtClean="0"/>
              <a:pPr/>
              <a:t>3/16/2026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AF8E202-54FA-4D19-BB7D-5DDA98515D5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Weilliptic</a:t>
            </a:r>
            <a:r>
              <a:rPr lang="en-US" dirty="0" smtClean="0"/>
              <a:t> </a:t>
            </a:r>
            <a:r>
              <a:rPr lang="en-US" dirty="0" err="1" smtClean="0"/>
              <a:t>Hackathon</a:t>
            </a:r>
            <a:endParaRPr lang="en-US" dirty="0"/>
          </a:p>
        </p:txBody>
      </p:sp>
      <p:sp>
        <p:nvSpPr>
          <p:cNvPr id="3" name="Subtitle 2"/>
          <p:cNvSpPr>
            <a:spLocks noGrp="1"/>
          </p:cNvSpPr>
          <p:nvPr>
            <p:ph type="subTitle" idx="1"/>
          </p:nvPr>
        </p:nvSpPr>
        <p:spPr/>
        <p:txBody>
          <a:bodyPr>
            <a:normAutofit fontScale="70000" lnSpcReduction="20000"/>
          </a:bodyPr>
          <a:lstStyle/>
          <a:p>
            <a:r>
              <a:rPr lang="en-US" dirty="0" smtClean="0"/>
              <a:t>Team </a:t>
            </a:r>
            <a:r>
              <a:rPr lang="en-US" dirty="0" err="1" smtClean="0"/>
              <a:t>AgenticX</a:t>
            </a:r>
            <a:endParaRPr lang="en-US" dirty="0" smtClean="0"/>
          </a:p>
          <a:p>
            <a:r>
              <a:rPr lang="en-US" smtClean="0"/>
              <a:t>Team Members:-</a:t>
            </a:r>
            <a:endParaRPr lang="en-US" dirty="0" smtClean="0"/>
          </a:p>
          <a:p>
            <a:r>
              <a:rPr lang="en-US" dirty="0" err="1" smtClean="0"/>
              <a:t>Prodduturi</a:t>
            </a:r>
            <a:r>
              <a:rPr lang="en-US" dirty="0" smtClean="0"/>
              <a:t> </a:t>
            </a:r>
            <a:r>
              <a:rPr lang="en-US" dirty="0" err="1" smtClean="0"/>
              <a:t>Aditi</a:t>
            </a:r>
            <a:r>
              <a:rPr lang="en-US" dirty="0" smtClean="0"/>
              <a:t> Reddy</a:t>
            </a:r>
          </a:p>
          <a:p>
            <a:r>
              <a:rPr lang="en-US" dirty="0" err="1" smtClean="0"/>
              <a:t>Battina</a:t>
            </a:r>
            <a:r>
              <a:rPr lang="en-US" dirty="0" smtClean="0"/>
              <a:t> </a:t>
            </a:r>
            <a:r>
              <a:rPr lang="en-US" dirty="0" err="1" smtClean="0"/>
              <a:t>Pavani</a:t>
            </a:r>
            <a:r>
              <a:rPr lang="en-US" dirty="0" smtClean="0"/>
              <a:t> </a:t>
            </a:r>
            <a:r>
              <a:rPr lang="en-US" dirty="0" err="1" smtClean="0"/>
              <a:t>Venkata</a:t>
            </a:r>
            <a:r>
              <a:rPr lang="en-US" dirty="0" smtClean="0"/>
              <a:t> </a:t>
            </a:r>
            <a:r>
              <a:rPr lang="en-US" dirty="0" err="1" smtClean="0"/>
              <a:t>Mallika</a:t>
            </a:r>
            <a:endParaRPr lang="en-US"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1. Using Cerebrum Weil crate to write agents including human-in-the-loop </a:t>
            </a:r>
          </a:p>
          <a:p>
            <a:r>
              <a:rPr lang="en-US" dirty="0" smtClean="0"/>
              <a:t>2. Use external </a:t>
            </a:r>
            <a:r>
              <a:rPr lang="en-US" dirty="0" err="1" smtClean="0"/>
              <a:t>agentic</a:t>
            </a:r>
            <a:r>
              <a:rPr lang="en-US" dirty="0" smtClean="0"/>
              <a:t> framework like </a:t>
            </a:r>
            <a:r>
              <a:rPr lang="en-US" dirty="0" err="1" smtClean="0"/>
              <a:t>Langchain</a:t>
            </a:r>
            <a:r>
              <a:rPr lang="en-US" dirty="0" smtClean="0"/>
              <a:t> or Google ADK and add </a:t>
            </a:r>
            <a:r>
              <a:rPr lang="en-US" dirty="0" err="1" smtClean="0"/>
              <a:t>Weilliptic</a:t>
            </a:r>
            <a:r>
              <a:rPr lang="en-US" dirty="0" smtClean="0"/>
              <a:t> audit logging into the mix </a:t>
            </a:r>
          </a:p>
          <a:p>
            <a:r>
              <a:rPr lang="en-US" dirty="0" smtClean="0"/>
              <a:t>3. Develop e-commerce application, deploy on </a:t>
            </a:r>
            <a:r>
              <a:rPr lang="en-US" dirty="0" err="1" smtClean="0"/>
              <a:t>Weilchain</a:t>
            </a:r>
            <a:r>
              <a:rPr lang="en-US" dirty="0" smtClean="0"/>
              <a:t> and leverage stable coin infrastructure of the </a:t>
            </a:r>
            <a:r>
              <a:rPr lang="en-US" dirty="0" err="1" smtClean="0"/>
              <a:t>Weilchain</a:t>
            </a:r>
            <a:r>
              <a:rPr lang="en-US" dirty="0" smtClean="0"/>
              <a:t> </a:t>
            </a:r>
          </a:p>
          <a:p>
            <a:pPr>
              <a:buNone/>
            </a:pPr>
            <a:r>
              <a:rPr lang="en-US" b="1" dirty="0" smtClean="0"/>
              <a:t>Solution/</a:t>
            </a:r>
            <a:r>
              <a:rPr lang="en-US" b="1" dirty="0" err="1" smtClean="0"/>
              <a:t>Hackathon</a:t>
            </a:r>
            <a:r>
              <a:rPr lang="en-US" b="1" dirty="0" smtClean="0"/>
              <a:t> Idea:-</a:t>
            </a:r>
          </a:p>
          <a:p>
            <a:pPr>
              <a:buNone/>
            </a:pPr>
            <a:r>
              <a:rPr lang="en-US" dirty="0" smtClean="0"/>
              <a:t>Autonomous </a:t>
            </a:r>
            <a:r>
              <a:rPr lang="en-US" dirty="0" err="1" smtClean="0"/>
              <a:t>Dropshipping</a:t>
            </a:r>
            <a:r>
              <a:rPr lang="en-US" dirty="0" smtClean="0"/>
              <a:t> Agent on </a:t>
            </a:r>
            <a:r>
              <a:rPr lang="en-US" dirty="0" err="1" smtClean="0"/>
              <a:t>WeilChain</a:t>
            </a:r>
            <a:r>
              <a:rPr lang="en-US" dirty="0" smtClean="0"/>
              <a:t> </a:t>
            </a:r>
            <a:endParaRPr lang="en-US" b="1" dirty="0"/>
          </a:p>
        </p:txBody>
      </p:sp>
      <p:sp>
        <p:nvSpPr>
          <p:cNvPr id="3" name="Title 2"/>
          <p:cNvSpPr>
            <a:spLocks noGrp="1"/>
          </p:cNvSpPr>
          <p:nvPr>
            <p:ph type="title"/>
          </p:nvPr>
        </p:nvSpPr>
        <p:spPr/>
        <p:txBody>
          <a:bodyPr/>
          <a:lstStyle/>
          <a:p>
            <a:r>
              <a:rPr lang="en-US" dirty="0" smtClean="0"/>
              <a:t>Problem Statement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95672"/>
          </a:xfrm>
        </p:spPr>
        <p:txBody>
          <a:bodyPr>
            <a:normAutofit fontScale="85000" lnSpcReduction="20000"/>
          </a:bodyPr>
          <a:lstStyle/>
          <a:p>
            <a:r>
              <a:rPr lang="en-US" dirty="0" smtClean="0"/>
              <a:t>This project implements an AI-powered autonomous </a:t>
            </a:r>
            <a:r>
              <a:rPr lang="en-US" dirty="0" err="1" smtClean="0"/>
              <a:t>dropshipping</a:t>
            </a:r>
            <a:r>
              <a:rPr lang="en-US" dirty="0" smtClean="0"/>
              <a:t> system that integrates AI agents, a Rust-based </a:t>
            </a:r>
            <a:r>
              <a:rPr lang="en-US" dirty="0" err="1" smtClean="0"/>
              <a:t>StepAgent</a:t>
            </a:r>
            <a:r>
              <a:rPr lang="en-US" dirty="0" smtClean="0"/>
              <a:t> deployed on </a:t>
            </a:r>
            <a:r>
              <a:rPr lang="en-US" dirty="0" err="1" smtClean="0"/>
              <a:t>WeilChain</a:t>
            </a:r>
            <a:r>
              <a:rPr lang="en-US" dirty="0" smtClean="0"/>
              <a:t>, and a web-based interface to automate supplier selection, order approval, and payment workflows. </a:t>
            </a:r>
          </a:p>
          <a:p>
            <a:r>
              <a:rPr lang="en-US" dirty="0" smtClean="0"/>
              <a:t>The system demonstrates how intelligent agents and </a:t>
            </a:r>
            <a:r>
              <a:rPr lang="en-US" dirty="0" err="1" smtClean="0"/>
              <a:t>blockchain</a:t>
            </a:r>
            <a:r>
              <a:rPr lang="en-US" dirty="0" smtClean="0"/>
              <a:t>-based workflow execution can automate e-commerce operations while maintaining human oversight and </a:t>
            </a:r>
            <a:r>
              <a:rPr lang="en-US" dirty="0" err="1" smtClean="0"/>
              <a:t>auditability</a:t>
            </a:r>
            <a:r>
              <a:rPr lang="en-US" dirty="0" smtClean="0"/>
              <a:t>.</a:t>
            </a:r>
          </a:p>
          <a:p>
            <a:r>
              <a:rPr lang="en-US" dirty="0" smtClean="0"/>
              <a:t> The project consists of three major components: 1. Frontend (React + </a:t>
            </a:r>
            <a:r>
              <a:rPr lang="en-US" dirty="0" err="1" smtClean="0"/>
              <a:t>Vite</a:t>
            </a:r>
            <a:r>
              <a:rPr lang="en-US" dirty="0" smtClean="0"/>
              <a:t>) – Customer and Admin dashboards </a:t>
            </a:r>
          </a:p>
          <a:p>
            <a:r>
              <a:rPr lang="en-US" dirty="0" smtClean="0"/>
              <a:t>2. Backend (</a:t>
            </a:r>
            <a:r>
              <a:rPr lang="en-US" dirty="0" err="1" smtClean="0"/>
              <a:t>FastAPI</a:t>
            </a:r>
            <a:r>
              <a:rPr lang="en-US" dirty="0" smtClean="0"/>
              <a:t> + Python AI agent) – Order orchestration and supplier selection</a:t>
            </a:r>
          </a:p>
          <a:p>
            <a:r>
              <a:rPr lang="en-US" dirty="0" smtClean="0"/>
              <a:t> 3. Rust </a:t>
            </a:r>
            <a:r>
              <a:rPr lang="en-US" dirty="0" err="1" smtClean="0"/>
              <a:t>StepAgent</a:t>
            </a:r>
            <a:r>
              <a:rPr lang="en-US" dirty="0" smtClean="0"/>
              <a:t> (</a:t>
            </a:r>
            <a:r>
              <a:rPr lang="en-US" dirty="0" err="1" smtClean="0"/>
              <a:t>WeilChain</a:t>
            </a:r>
            <a:r>
              <a:rPr lang="en-US" dirty="0" smtClean="0"/>
              <a:t>) – Secure workflow execution and approval logic </a:t>
            </a:r>
            <a:endParaRPr lang="en-US" dirty="0"/>
          </a:p>
        </p:txBody>
      </p:sp>
      <p:sp>
        <p:nvSpPr>
          <p:cNvPr id="3" name="Title 2"/>
          <p:cNvSpPr>
            <a:spLocks noGrp="1"/>
          </p:cNvSpPr>
          <p:nvPr>
            <p:ph type="title"/>
          </p:nvPr>
        </p:nvSpPr>
        <p:spPr/>
        <p:txBody>
          <a:bodyPr/>
          <a:lstStyle/>
          <a:p>
            <a:r>
              <a:rPr lang="en-US" dirty="0" smtClean="0"/>
              <a:t>Overview</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47500" lnSpcReduction="20000"/>
          </a:bodyPr>
          <a:lstStyle/>
          <a:p>
            <a:r>
              <a:rPr lang="en-US" dirty="0" smtClean="0"/>
              <a:t> User</a:t>
            </a:r>
          </a:p>
          <a:p>
            <a:r>
              <a:rPr lang="en-US" dirty="0" smtClean="0"/>
              <a:t>         │</a:t>
            </a:r>
          </a:p>
          <a:p>
            <a:r>
              <a:rPr lang="en-US" dirty="0" smtClean="0"/>
              <a:t>         ▼</a:t>
            </a:r>
          </a:p>
          <a:p>
            <a:r>
              <a:rPr lang="en-US" dirty="0" smtClean="0"/>
              <a:t>   React Frontend</a:t>
            </a:r>
          </a:p>
          <a:p>
            <a:r>
              <a:rPr lang="en-US" dirty="0" smtClean="0"/>
              <a:t>(Customer + Admin UI)</a:t>
            </a:r>
          </a:p>
          <a:p>
            <a:r>
              <a:rPr lang="en-US" dirty="0" smtClean="0"/>
              <a:t>         │</a:t>
            </a:r>
          </a:p>
          <a:p>
            <a:r>
              <a:rPr lang="en-US" dirty="0" smtClean="0"/>
              <a:t>         ▼</a:t>
            </a:r>
          </a:p>
          <a:p>
            <a:r>
              <a:rPr lang="en-US" dirty="0" smtClean="0"/>
              <a:t>   </a:t>
            </a:r>
            <a:r>
              <a:rPr lang="en-US" dirty="0" err="1" smtClean="0"/>
              <a:t>FastAPI</a:t>
            </a:r>
            <a:r>
              <a:rPr lang="en-US" dirty="0" smtClean="0"/>
              <a:t> Backend</a:t>
            </a:r>
          </a:p>
          <a:p>
            <a:r>
              <a:rPr lang="en-US" dirty="0" smtClean="0"/>
              <a:t>     (API Layer)</a:t>
            </a:r>
          </a:p>
          <a:p>
            <a:r>
              <a:rPr lang="en-US" dirty="0" smtClean="0"/>
              <a:t>         │</a:t>
            </a:r>
          </a:p>
          <a:p>
            <a:r>
              <a:rPr lang="en-US" dirty="0" smtClean="0"/>
              <a:t>         ▼</a:t>
            </a:r>
          </a:p>
          <a:p>
            <a:r>
              <a:rPr lang="en-US" dirty="0" smtClean="0"/>
              <a:t>     AI Agent</a:t>
            </a:r>
          </a:p>
          <a:p>
            <a:r>
              <a:rPr lang="en-US" dirty="0" smtClean="0"/>
              <a:t> (Supplier Selection)</a:t>
            </a:r>
          </a:p>
          <a:p>
            <a:r>
              <a:rPr lang="en-US" dirty="0" smtClean="0"/>
              <a:t>         │</a:t>
            </a:r>
          </a:p>
          <a:p>
            <a:r>
              <a:rPr lang="en-US" dirty="0" smtClean="0"/>
              <a:t>         ▼</a:t>
            </a:r>
          </a:p>
          <a:p>
            <a:r>
              <a:rPr lang="en-US" dirty="0" smtClean="0"/>
              <a:t>   Rust </a:t>
            </a:r>
            <a:r>
              <a:rPr lang="en-US" dirty="0" err="1" smtClean="0"/>
              <a:t>StepAgent</a:t>
            </a:r>
            <a:endParaRPr lang="en-US" dirty="0" smtClean="0"/>
          </a:p>
          <a:p>
            <a:r>
              <a:rPr lang="en-US" dirty="0" smtClean="0"/>
              <a:t>   (Smart Contract)</a:t>
            </a:r>
          </a:p>
          <a:p>
            <a:r>
              <a:rPr lang="en-US" dirty="0" smtClean="0"/>
              <a:t>         │</a:t>
            </a:r>
          </a:p>
          <a:p>
            <a:r>
              <a:rPr lang="en-US" dirty="0" smtClean="0"/>
              <a:t>         ▼</a:t>
            </a:r>
          </a:p>
          <a:p>
            <a:r>
              <a:rPr lang="en-US" dirty="0" smtClean="0"/>
              <a:t>      </a:t>
            </a:r>
            <a:r>
              <a:rPr lang="en-US" dirty="0" err="1" smtClean="0"/>
              <a:t>Weilchain</a:t>
            </a:r>
            <a:endParaRPr lang="en-US" dirty="0" smtClean="0"/>
          </a:p>
          <a:p>
            <a:r>
              <a:rPr lang="en-US" dirty="0" smtClean="0"/>
              <a:t>   </a:t>
            </a:r>
            <a:r>
              <a:rPr lang="en-US" dirty="0" err="1" smtClean="0"/>
              <a:t>Blockchain</a:t>
            </a:r>
            <a:r>
              <a:rPr lang="en-US" dirty="0" smtClean="0"/>
              <a:t> + WUSD</a:t>
            </a:r>
            <a:endParaRPr lang="en-US" dirty="0"/>
          </a:p>
        </p:txBody>
      </p:sp>
      <p:sp>
        <p:nvSpPr>
          <p:cNvPr id="3" name="Title 2"/>
          <p:cNvSpPr>
            <a:spLocks noGrp="1"/>
          </p:cNvSpPr>
          <p:nvPr>
            <p:ph type="title"/>
          </p:nvPr>
        </p:nvSpPr>
        <p:spPr/>
        <p:txBody>
          <a:bodyPr/>
          <a:lstStyle/>
          <a:p>
            <a:r>
              <a:rPr lang="en-US" dirty="0" smtClean="0"/>
              <a:t>System Architecture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buNone/>
            </a:pPr>
            <a:r>
              <a:rPr lang="en-US" dirty="0" smtClean="0"/>
              <a:t>The frontend provides two interfaces: Customer Store Customers can: </a:t>
            </a:r>
          </a:p>
          <a:p>
            <a:r>
              <a:rPr lang="en-US" dirty="0" smtClean="0"/>
              <a:t> Browse products </a:t>
            </a:r>
          </a:p>
          <a:p>
            <a:r>
              <a:rPr lang="en-US" dirty="0" smtClean="0"/>
              <a:t> Add items to cart </a:t>
            </a:r>
          </a:p>
          <a:p>
            <a:r>
              <a:rPr lang="en-US" dirty="0" smtClean="0"/>
              <a:t> Create an order </a:t>
            </a:r>
          </a:p>
          <a:p>
            <a:r>
              <a:rPr lang="en-US" dirty="0" smtClean="0"/>
              <a:t> Pay for approved orders </a:t>
            </a:r>
          </a:p>
          <a:p>
            <a:pPr>
              <a:buNone/>
            </a:pPr>
            <a:r>
              <a:rPr lang="en-US" dirty="0" smtClean="0"/>
              <a:t>Admin </a:t>
            </a:r>
          </a:p>
          <a:p>
            <a:r>
              <a:rPr lang="en-US" dirty="0" smtClean="0"/>
              <a:t>The admin dashboard allows a human reviewer to:</a:t>
            </a:r>
          </a:p>
          <a:p>
            <a:r>
              <a:rPr lang="en-US" dirty="0" smtClean="0"/>
              <a:t> • view pending orders </a:t>
            </a:r>
          </a:p>
          <a:p>
            <a:r>
              <a:rPr lang="en-US" dirty="0" smtClean="0"/>
              <a:t>• review supplier selection</a:t>
            </a:r>
          </a:p>
          <a:p>
            <a:r>
              <a:rPr lang="en-US" dirty="0" smtClean="0"/>
              <a:t> • approve or reject the order This is where the human-in-the-loop approval occurs.</a:t>
            </a:r>
            <a:endParaRPr lang="en-US" dirty="0"/>
          </a:p>
        </p:txBody>
      </p:sp>
      <p:sp>
        <p:nvSpPr>
          <p:cNvPr id="3" name="Title 2"/>
          <p:cNvSpPr>
            <a:spLocks noGrp="1"/>
          </p:cNvSpPr>
          <p:nvPr>
            <p:ph type="title"/>
          </p:nvPr>
        </p:nvSpPr>
        <p:spPr/>
        <p:txBody>
          <a:bodyPr/>
          <a:lstStyle/>
          <a:p>
            <a:r>
              <a:rPr lang="en-US" dirty="0" err="1" smtClean="0"/>
              <a:t>FrontEnd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19472"/>
          </a:xfrm>
        </p:spPr>
        <p:txBody>
          <a:bodyPr>
            <a:normAutofit fontScale="77500" lnSpcReduction="20000"/>
          </a:bodyPr>
          <a:lstStyle/>
          <a:p>
            <a:r>
              <a:rPr lang="en-US" dirty="0" smtClean="0"/>
              <a:t>The backend acts as the orchestrator of the entire workflow. </a:t>
            </a:r>
          </a:p>
          <a:p>
            <a:r>
              <a:rPr lang="en-US" dirty="0" smtClean="0"/>
              <a:t>Responsibilities: </a:t>
            </a:r>
          </a:p>
          <a:p>
            <a:r>
              <a:rPr lang="en-US" dirty="0" smtClean="0"/>
              <a:t>• Receive cart data from frontend </a:t>
            </a:r>
          </a:p>
          <a:p>
            <a:r>
              <a:rPr lang="en-US" dirty="0" smtClean="0"/>
              <a:t>• call the AI supplier agent </a:t>
            </a:r>
          </a:p>
          <a:p>
            <a:r>
              <a:rPr lang="en-US" dirty="0" smtClean="0"/>
              <a:t>• start the Rust </a:t>
            </a:r>
            <a:r>
              <a:rPr lang="en-US" dirty="0" err="1" smtClean="0"/>
              <a:t>StepAgent</a:t>
            </a:r>
            <a:r>
              <a:rPr lang="en-US" dirty="0" smtClean="0"/>
              <a:t> workflow</a:t>
            </a:r>
          </a:p>
          <a:p>
            <a:r>
              <a:rPr lang="en-US" dirty="0" smtClean="0"/>
              <a:t> • track order states </a:t>
            </a:r>
          </a:p>
          <a:p>
            <a:r>
              <a:rPr lang="en-US" dirty="0" smtClean="0"/>
              <a:t>• handle human approvals</a:t>
            </a:r>
          </a:p>
          <a:p>
            <a:r>
              <a:rPr lang="en-US" dirty="0" smtClean="0"/>
              <a:t> • generate payment intents </a:t>
            </a:r>
          </a:p>
          <a:p>
            <a:r>
              <a:rPr lang="en-US" dirty="0" smtClean="0"/>
              <a:t>• confirm payments</a:t>
            </a:r>
          </a:p>
          <a:p>
            <a:pPr>
              <a:buNone/>
            </a:pPr>
            <a:r>
              <a:rPr lang="en-US" dirty="0" smtClean="0"/>
              <a:t>AI Supplier Selection Agent (Python) </a:t>
            </a:r>
          </a:p>
          <a:p>
            <a:r>
              <a:rPr lang="en-US" dirty="0" smtClean="0"/>
              <a:t>The supplier agent evaluates available suppliers and selects the best one based on price and shipping cost. The agent calculates and chooses the supplier with lowest total cost This introduces an AI-based decision step in the workflow </a:t>
            </a:r>
            <a:endParaRPr lang="en-US" dirty="0"/>
          </a:p>
        </p:txBody>
      </p:sp>
      <p:sp>
        <p:nvSpPr>
          <p:cNvPr id="3" name="Title 2"/>
          <p:cNvSpPr>
            <a:spLocks noGrp="1"/>
          </p:cNvSpPr>
          <p:nvPr>
            <p:ph type="title"/>
          </p:nvPr>
        </p:nvSpPr>
        <p:spPr/>
        <p:txBody>
          <a:bodyPr/>
          <a:lstStyle/>
          <a:p>
            <a:r>
              <a:rPr lang="en-US" dirty="0" smtClean="0"/>
              <a:t>Backend</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 core workflow logic runs inside a Rust smart contract agent deployed on </a:t>
            </a:r>
            <a:r>
              <a:rPr lang="en-US" dirty="0" err="1" smtClean="0"/>
              <a:t>WeilChain</a:t>
            </a:r>
            <a:r>
              <a:rPr lang="en-US" dirty="0" smtClean="0"/>
              <a:t> using the Cerebrum agent framework. </a:t>
            </a:r>
          </a:p>
          <a:p>
            <a:r>
              <a:rPr lang="en-US" dirty="0" smtClean="0"/>
              <a:t>This agent executes a multi-step workflow state machine. </a:t>
            </a:r>
          </a:p>
          <a:p>
            <a:r>
              <a:rPr lang="en-US" dirty="0" smtClean="0"/>
              <a:t>Workflow steps: </a:t>
            </a:r>
            <a:r>
              <a:rPr lang="en-US" dirty="0" err="1" smtClean="0"/>
              <a:t>CartReview</a:t>
            </a:r>
            <a:endParaRPr lang="en-US" dirty="0" smtClean="0"/>
          </a:p>
          <a:p>
            <a:r>
              <a:rPr lang="en-US" dirty="0" smtClean="0"/>
              <a:t> </a:t>
            </a:r>
            <a:r>
              <a:rPr lang="en-US" dirty="0" err="1" smtClean="0"/>
              <a:t>RiskCheck</a:t>
            </a:r>
            <a:r>
              <a:rPr lang="en-US" dirty="0" smtClean="0"/>
              <a:t> </a:t>
            </a:r>
          </a:p>
          <a:p>
            <a:r>
              <a:rPr lang="en-US" dirty="0" err="1" smtClean="0"/>
              <a:t>HumanApproval</a:t>
            </a:r>
            <a:r>
              <a:rPr lang="en-US" dirty="0" smtClean="0"/>
              <a:t> </a:t>
            </a:r>
          </a:p>
          <a:p>
            <a:r>
              <a:rPr lang="en-US" dirty="0" err="1" smtClean="0"/>
              <a:t>PayWithWUSD</a:t>
            </a:r>
            <a:r>
              <a:rPr lang="en-US" dirty="0" smtClean="0"/>
              <a:t> </a:t>
            </a:r>
          </a:p>
          <a:p>
            <a:r>
              <a:rPr lang="en-US" dirty="0" err="1" smtClean="0"/>
              <a:t>PlaceSupplierOrder</a:t>
            </a:r>
            <a:r>
              <a:rPr lang="en-US" dirty="0" smtClean="0"/>
              <a:t> </a:t>
            </a:r>
            <a:r>
              <a:rPr lang="en-US" dirty="0" err="1" smtClean="0"/>
              <a:t>FulfillmentUpdate</a:t>
            </a:r>
            <a:r>
              <a:rPr lang="en-US" dirty="0" smtClean="0"/>
              <a:t> </a:t>
            </a:r>
            <a:endParaRPr lang="en-US" dirty="0"/>
          </a:p>
        </p:txBody>
      </p:sp>
      <p:sp>
        <p:nvSpPr>
          <p:cNvPr id="3" name="Title 2"/>
          <p:cNvSpPr>
            <a:spLocks noGrp="1"/>
          </p:cNvSpPr>
          <p:nvPr>
            <p:ph type="title"/>
          </p:nvPr>
        </p:nvSpPr>
        <p:spPr/>
        <p:txBody>
          <a:bodyPr>
            <a:normAutofit fontScale="90000"/>
          </a:bodyPr>
          <a:lstStyle/>
          <a:p>
            <a:r>
              <a:rPr lang="en-US" dirty="0" smtClean="0"/>
              <a:t>Rust Cerebrum </a:t>
            </a:r>
            <a:r>
              <a:rPr lang="en-US" dirty="0" err="1" smtClean="0"/>
              <a:t>StepAgent</a:t>
            </a:r>
            <a:r>
              <a:rPr lang="en-US" dirty="0" smtClean="0"/>
              <a:t> (</a:t>
            </a:r>
            <a:r>
              <a:rPr lang="en-US" dirty="0" err="1" smtClean="0"/>
              <a:t>WeilChain</a:t>
            </a:r>
            <a:r>
              <a:rPr lang="en-US" dirty="0" smtClean="0"/>
              <a: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 human approval mechanism is implemented using: </a:t>
            </a:r>
            <a:r>
              <a:rPr lang="en-US" dirty="0" err="1" smtClean="0"/>
              <a:t>RunStatus</a:t>
            </a:r>
            <a:r>
              <a:rPr lang="en-US" dirty="0" smtClean="0"/>
              <a:t>::Pending</a:t>
            </a:r>
          </a:p>
          <a:p>
            <a:r>
              <a:rPr lang="en-US" dirty="0" smtClean="0"/>
              <a:t> When the workflow reaches the </a:t>
            </a:r>
            <a:r>
              <a:rPr lang="en-US" dirty="0" err="1" smtClean="0"/>
              <a:t>HumanApproval</a:t>
            </a:r>
            <a:r>
              <a:rPr lang="en-US" dirty="0" smtClean="0"/>
              <a:t> step, the agent pauses execution. </a:t>
            </a:r>
            <a:r>
              <a:rPr lang="en-US" dirty="0" err="1" smtClean="0"/>
              <a:t>HumanApprovalState</a:t>
            </a:r>
            <a:r>
              <a:rPr lang="en-US" dirty="0" smtClean="0"/>
              <a:t> → </a:t>
            </a:r>
            <a:r>
              <a:rPr lang="en-US" dirty="0" err="1" smtClean="0"/>
              <a:t>RunStatus</a:t>
            </a:r>
            <a:r>
              <a:rPr lang="en-US" dirty="0" smtClean="0"/>
              <a:t>::Pending</a:t>
            </a:r>
          </a:p>
          <a:p>
            <a:r>
              <a:rPr lang="en-US" dirty="0" smtClean="0"/>
              <a:t> This signals that the workflow must wait for external input.</a:t>
            </a:r>
          </a:p>
          <a:p>
            <a:r>
              <a:rPr lang="en-US" dirty="0" smtClean="0"/>
              <a:t> The admin then reviews the order and clicks Approve.</a:t>
            </a:r>
            <a:endParaRPr lang="en-US" dirty="0"/>
          </a:p>
        </p:txBody>
      </p:sp>
      <p:sp>
        <p:nvSpPr>
          <p:cNvPr id="3" name="Title 2"/>
          <p:cNvSpPr>
            <a:spLocks noGrp="1"/>
          </p:cNvSpPr>
          <p:nvPr>
            <p:ph type="title"/>
          </p:nvPr>
        </p:nvSpPr>
        <p:spPr/>
        <p:txBody>
          <a:bodyPr/>
          <a:lstStyle/>
          <a:p>
            <a:r>
              <a:rPr lang="en-US" dirty="0" smtClean="0"/>
              <a:t>Human-in-the-Loop Approval</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After approval, the system creates a payment intent. The customer then pays using WUSD, the </a:t>
            </a:r>
            <a:r>
              <a:rPr lang="en-US" dirty="0" err="1" smtClean="0"/>
              <a:t>stablecoin</a:t>
            </a:r>
            <a:r>
              <a:rPr lang="en-US" dirty="0" smtClean="0"/>
              <a:t> on </a:t>
            </a:r>
            <a:r>
              <a:rPr lang="en-US" dirty="0" err="1" smtClean="0"/>
              <a:t>WeilChain</a:t>
            </a:r>
            <a:r>
              <a:rPr lang="en-US" dirty="0" smtClean="0"/>
              <a:t>. Once payment is confirmed the rust agent continues the workflow</a:t>
            </a:r>
          </a:p>
          <a:p>
            <a:pPr>
              <a:buNone/>
            </a:pPr>
            <a:endParaRPr lang="en-US" dirty="0"/>
          </a:p>
        </p:txBody>
      </p:sp>
      <p:sp>
        <p:nvSpPr>
          <p:cNvPr id="3" name="Title 2"/>
          <p:cNvSpPr>
            <a:spLocks noGrp="1"/>
          </p:cNvSpPr>
          <p:nvPr>
            <p:ph type="title"/>
          </p:nvPr>
        </p:nvSpPr>
        <p:spPr/>
        <p:txBody>
          <a:bodyPr>
            <a:normAutofit fontScale="90000"/>
          </a:bodyPr>
          <a:lstStyle/>
          <a:p>
            <a:r>
              <a:rPr lang="en-US" dirty="0" smtClean="0"/>
              <a:t>Payment Using WUSD </a:t>
            </a:r>
            <a:r>
              <a:rPr lang="en-US" dirty="0" err="1" smtClean="0"/>
              <a:t>Stablecoin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19472"/>
          </a:xfrm>
        </p:spPr>
        <p:txBody>
          <a:bodyPr>
            <a:normAutofit fontScale="70000" lnSpcReduction="20000"/>
          </a:bodyPr>
          <a:lstStyle/>
          <a:p>
            <a:pPr>
              <a:buNone/>
            </a:pPr>
            <a:r>
              <a:rPr lang="en-US" b="1" dirty="0" smtClean="0"/>
              <a:t>Frontend </a:t>
            </a:r>
          </a:p>
          <a:p>
            <a:r>
              <a:rPr lang="en-US" dirty="0" smtClean="0"/>
              <a:t> React </a:t>
            </a:r>
          </a:p>
          <a:p>
            <a:r>
              <a:rPr lang="en-US" dirty="0" err="1" smtClean="0"/>
              <a:t>TypeScript</a:t>
            </a:r>
            <a:r>
              <a:rPr lang="en-US" dirty="0" smtClean="0"/>
              <a:t> </a:t>
            </a:r>
          </a:p>
          <a:p>
            <a:r>
              <a:rPr lang="en-US" dirty="0" smtClean="0"/>
              <a:t> </a:t>
            </a:r>
            <a:r>
              <a:rPr lang="en-US" dirty="0" err="1" smtClean="0"/>
              <a:t>Vite</a:t>
            </a:r>
            <a:r>
              <a:rPr lang="en-US" dirty="0" smtClean="0"/>
              <a:t> </a:t>
            </a:r>
          </a:p>
          <a:p>
            <a:pPr>
              <a:buNone/>
            </a:pPr>
            <a:r>
              <a:rPr lang="en-US" b="1" dirty="0" smtClean="0"/>
              <a:t>Backend </a:t>
            </a:r>
          </a:p>
          <a:p>
            <a:r>
              <a:rPr lang="en-US" dirty="0" smtClean="0"/>
              <a:t> </a:t>
            </a:r>
            <a:r>
              <a:rPr lang="en-US" dirty="0" err="1" smtClean="0"/>
              <a:t>FastAPI</a:t>
            </a:r>
            <a:r>
              <a:rPr lang="en-US" dirty="0" smtClean="0"/>
              <a:t> </a:t>
            </a:r>
          </a:p>
          <a:p>
            <a:r>
              <a:rPr lang="en-US" dirty="0" smtClean="0"/>
              <a:t> Python </a:t>
            </a:r>
          </a:p>
          <a:p>
            <a:r>
              <a:rPr lang="en-US" dirty="0" smtClean="0"/>
              <a:t> REST APIs</a:t>
            </a:r>
          </a:p>
          <a:p>
            <a:pPr>
              <a:buNone/>
            </a:pPr>
            <a:r>
              <a:rPr lang="en-US" b="1" dirty="0" smtClean="0"/>
              <a:t>AI Logic </a:t>
            </a:r>
          </a:p>
          <a:p>
            <a:r>
              <a:rPr lang="en-US" dirty="0" smtClean="0"/>
              <a:t>custom supplier</a:t>
            </a:r>
          </a:p>
          <a:p>
            <a:r>
              <a:rPr lang="en-US" dirty="0" smtClean="0"/>
              <a:t> decision agent</a:t>
            </a:r>
          </a:p>
          <a:p>
            <a:r>
              <a:rPr lang="en-US" dirty="0" smtClean="0"/>
              <a:t> </a:t>
            </a:r>
            <a:r>
              <a:rPr lang="en-US" dirty="0" err="1" smtClean="0"/>
              <a:t>Blockchain</a:t>
            </a:r>
            <a:r>
              <a:rPr lang="en-US" dirty="0" smtClean="0"/>
              <a:t> Layer </a:t>
            </a:r>
          </a:p>
          <a:p>
            <a:r>
              <a:rPr lang="en-US" dirty="0" err="1" smtClean="0"/>
              <a:t>WeilChain</a:t>
            </a:r>
            <a:r>
              <a:rPr lang="en-US" dirty="0" smtClean="0"/>
              <a:t> </a:t>
            </a:r>
          </a:p>
          <a:p>
            <a:r>
              <a:rPr lang="en-US" dirty="0" smtClean="0"/>
              <a:t>Cerebrum agent framework </a:t>
            </a:r>
          </a:p>
          <a:p>
            <a:r>
              <a:rPr lang="en-US" dirty="0" smtClean="0"/>
              <a:t> Rust smart contract</a:t>
            </a:r>
          </a:p>
          <a:p>
            <a:pPr>
              <a:buNone/>
            </a:pPr>
            <a:r>
              <a:rPr lang="en-US" b="1" dirty="0" smtClean="0"/>
              <a:t> Payments </a:t>
            </a:r>
          </a:p>
          <a:p>
            <a:r>
              <a:rPr lang="en-US" dirty="0" smtClean="0"/>
              <a:t> WUSD </a:t>
            </a:r>
            <a:r>
              <a:rPr lang="en-US" dirty="0" err="1" smtClean="0"/>
              <a:t>stablecoin</a:t>
            </a:r>
            <a:endParaRPr lang="en-US" dirty="0"/>
          </a:p>
        </p:txBody>
      </p:sp>
      <p:sp>
        <p:nvSpPr>
          <p:cNvPr id="3" name="Title 2"/>
          <p:cNvSpPr>
            <a:spLocks noGrp="1"/>
          </p:cNvSpPr>
          <p:nvPr>
            <p:ph type="title"/>
          </p:nvPr>
        </p:nvSpPr>
        <p:spPr/>
        <p:txBody>
          <a:bodyPr/>
          <a:lstStyle/>
          <a:p>
            <a:r>
              <a:rPr lang="en-US" dirty="0" smtClean="0"/>
              <a:t>Technologies Used</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Risks                  Solutions</a:t>
            </a:r>
            <a:endParaRPr lang="en-US" dirty="0"/>
          </a:p>
        </p:txBody>
      </p:sp>
      <p:sp>
        <p:nvSpPr>
          <p:cNvPr id="3" name="Text Placeholder 2"/>
          <p:cNvSpPr>
            <a:spLocks noGrp="1"/>
          </p:cNvSpPr>
          <p:nvPr>
            <p:ph type="body" idx="1"/>
          </p:nvPr>
        </p:nvSpPr>
        <p:spPr>
          <a:xfrm flipV="1">
            <a:off x="4451668" y="6172199"/>
            <a:ext cx="45719" cy="45719"/>
          </a:xfrm>
        </p:spPr>
        <p:txBody>
          <a:bodyPr>
            <a:normAutofit fontScale="25000" lnSpcReduction="20000"/>
          </a:bodyPr>
          <a:lstStyle/>
          <a:p>
            <a:r>
              <a:rPr lang="en-US" dirty="0" smtClean="0"/>
              <a:t>  </a:t>
            </a:r>
            <a:endParaRPr lang="en-US" dirty="0"/>
          </a:p>
        </p:txBody>
      </p:sp>
      <p:sp>
        <p:nvSpPr>
          <p:cNvPr id="4" name="Text Placeholder 3"/>
          <p:cNvSpPr>
            <a:spLocks noGrp="1"/>
          </p:cNvSpPr>
          <p:nvPr>
            <p:ph type="body" sz="half" idx="3"/>
          </p:nvPr>
        </p:nvSpPr>
        <p:spPr>
          <a:xfrm flipV="1">
            <a:off x="4645027" y="6172199"/>
            <a:ext cx="45719" cy="45719"/>
          </a:xfrm>
        </p:spPr>
        <p:txBody>
          <a:bodyPr>
            <a:normAutofit fontScale="25000" lnSpcReduction="20000"/>
          </a:bodyPr>
          <a:lstStyle/>
          <a:p>
            <a:r>
              <a:rPr lang="en-US" dirty="0" smtClean="0"/>
              <a:t>  </a:t>
            </a:r>
            <a:endParaRPr lang="en-US" dirty="0"/>
          </a:p>
        </p:txBody>
      </p:sp>
      <p:sp>
        <p:nvSpPr>
          <p:cNvPr id="5" name="Content Placeholder 4"/>
          <p:cNvSpPr>
            <a:spLocks noGrp="1"/>
          </p:cNvSpPr>
          <p:nvPr>
            <p:ph sz="quarter" idx="2"/>
          </p:nvPr>
        </p:nvSpPr>
        <p:spPr>
          <a:xfrm>
            <a:off x="533400" y="1444295"/>
            <a:ext cx="3963988" cy="3737306"/>
          </a:xfrm>
        </p:spPr>
        <p:txBody>
          <a:bodyPr>
            <a:normAutofit fontScale="92500" lnSpcReduction="10000"/>
          </a:bodyPr>
          <a:lstStyle/>
          <a:p>
            <a:pPr>
              <a:buNone/>
            </a:pPr>
            <a:endParaRPr lang="en-US" dirty="0" smtClean="0"/>
          </a:p>
          <a:p>
            <a:r>
              <a:rPr lang="en-US" dirty="0" smtClean="0"/>
              <a:t>API abuse</a:t>
            </a:r>
          </a:p>
          <a:p>
            <a:r>
              <a:rPr lang="en-US" dirty="0" smtClean="0"/>
              <a:t>payment spoofing</a:t>
            </a:r>
          </a:p>
          <a:p>
            <a:r>
              <a:rPr lang="en-US" dirty="0" smtClean="0"/>
              <a:t>wallet </a:t>
            </a:r>
            <a:r>
              <a:rPr lang="en-US" dirty="0" smtClean="0"/>
              <a:t>attack</a:t>
            </a:r>
          </a:p>
          <a:p>
            <a:r>
              <a:rPr lang="en-US" dirty="0" smtClean="0"/>
              <a:t>supplier prices may change</a:t>
            </a:r>
          </a:p>
          <a:p>
            <a:r>
              <a:rPr lang="en-US" dirty="0" smtClean="0"/>
              <a:t>shipping delays</a:t>
            </a:r>
          </a:p>
          <a:p>
            <a:r>
              <a:rPr lang="en-US" dirty="0" smtClean="0"/>
              <a:t>supplier stock unavailable</a:t>
            </a:r>
          </a:p>
          <a:p>
            <a:pPr>
              <a:buNone/>
            </a:pPr>
            <a:r>
              <a:rPr lang="en-US" dirty="0" smtClean="0"/>
              <a:t> </a:t>
            </a:r>
            <a:endParaRPr lang="en-US" dirty="0" smtClean="0"/>
          </a:p>
          <a:p>
            <a:endParaRPr lang="en-US" dirty="0"/>
          </a:p>
        </p:txBody>
      </p:sp>
      <p:sp>
        <p:nvSpPr>
          <p:cNvPr id="6" name="Content Placeholder 5"/>
          <p:cNvSpPr>
            <a:spLocks noGrp="1"/>
          </p:cNvSpPr>
          <p:nvPr>
            <p:ph sz="quarter" idx="4"/>
          </p:nvPr>
        </p:nvSpPr>
        <p:spPr/>
        <p:txBody>
          <a:bodyPr/>
          <a:lstStyle/>
          <a:p>
            <a:r>
              <a:rPr lang="en-US" dirty="0" smtClean="0"/>
              <a:t>fetch </a:t>
            </a:r>
            <a:r>
              <a:rPr lang="en-US" b="1" dirty="0" smtClean="0"/>
              <a:t>live supplier APIs</a:t>
            </a:r>
            <a:endParaRPr lang="en-US" dirty="0" smtClean="0"/>
          </a:p>
          <a:p>
            <a:r>
              <a:rPr lang="en-US" dirty="0" smtClean="0"/>
              <a:t>validate inventory</a:t>
            </a:r>
          </a:p>
          <a:p>
            <a:r>
              <a:rPr lang="en-US" dirty="0" smtClean="0"/>
              <a:t>update pricing dynamically</a:t>
            </a:r>
          </a:p>
          <a:p>
            <a:r>
              <a:rPr lang="en-US" dirty="0" smtClean="0"/>
              <a:t>Transaction verification</a:t>
            </a:r>
          </a:p>
          <a:p>
            <a:r>
              <a:rPr lang="en-US" dirty="0" smtClean="0"/>
              <a:t>Wallet signature validation</a:t>
            </a:r>
          </a:p>
          <a:p>
            <a:r>
              <a:rPr lang="en-US" dirty="0" smtClean="0"/>
              <a:t>API authentication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sz="8800" dirty="0" smtClean="0"/>
              <a:t>Thank You!</a:t>
            </a:r>
            <a:endParaRPr lang="en-US" sz="8800" dirty="0"/>
          </a:p>
        </p:txBody>
      </p:sp>
      <p:sp>
        <p:nvSpPr>
          <p:cNvPr id="3" name="Subtitle 2"/>
          <p:cNvSpPr>
            <a:spLocks noGrp="1"/>
          </p:cNvSpPr>
          <p:nvPr>
            <p:ph type="subTitle" idx="1"/>
          </p:nvPr>
        </p:nvSpPr>
        <p:spPr>
          <a:xfrm flipH="1">
            <a:off x="609600" y="4765591"/>
            <a:ext cx="76200" cy="45719"/>
          </a:xfrm>
        </p:spPr>
        <p:txBody>
          <a:bodyPr>
            <a:normAutofit fontScale="25000" lnSpcReduction="20000"/>
          </a:bodyPr>
          <a:lstStyle/>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52</TotalTime>
  <Words>617</Words>
  <Application>Microsoft Office PowerPoint</Application>
  <PresentationFormat>On-screen Show (4:3)</PresentationFormat>
  <Paragraphs>113</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Concourse</vt:lpstr>
      <vt:lpstr>Weilliptic Hackathon</vt:lpstr>
      <vt:lpstr>Problem Statement</vt:lpstr>
      <vt:lpstr>Overview</vt:lpstr>
      <vt:lpstr>System Architecture</vt:lpstr>
      <vt:lpstr>FrontEnd</vt:lpstr>
      <vt:lpstr>Backend</vt:lpstr>
      <vt:lpstr>Rust Cerebrum StepAgent (WeilChain)</vt:lpstr>
      <vt:lpstr>Human-in-the-Loop Approval</vt:lpstr>
      <vt:lpstr>Payment Using WUSD Stablecoin</vt:lpstr>
      <vt:lpstr>Technologies Used</vt:lpstr>
      <vt:lpstr> Risks                  Solutions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Weilliptic Hackathon</dc:title>
  <dc:creator>HP</dc:creator>
  <cp:lastModifiedBy>HP</cp:lastModifiedBy>
  <cp:revision>9</cp:revision>
  <dcterms:created xsi:type="dcterms:W3CDTF">2026-03-15T17:48:05Z</dcterms:created>
  <dcterms:modified xsi:type="dcterms:W3CDTF">2026-03-16T05:58:23Z</dcterms:modified>
</cp:coreProperties>
</file>