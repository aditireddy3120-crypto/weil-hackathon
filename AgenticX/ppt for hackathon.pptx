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Default Extension="jpeg" ContentType="image/jpeg"/>
  <Override PartName="/ppt/slideLayouts/slideLayout2.xml" ContentType="application/vnd.openxmlformats-officedocument.presentationml.slideLayout+xml"/>
  <Override PartName="/ppt/slideLayouts/slideLayout3.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60" r:id="rId5"/>
    <p:sldId id="261" r:id="rId6"/>
    <p:sldId id="262" r:id="rId7"/>
    <p:sldId id="263" r:id="rId8"/>
    <p:sldId id="264" r:id="rId9"/>
    <p:sldId id="265" r:id="rId10"/>
    <p:sldId id="266" r:id="rId1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p:cViewPr varScale="1">
        <p:scale>
          <a:sx n="64" d="100"/>
          <a:sy n="64" d="100"/>
        </p:scale>
        <p:origin x="-1336" y="-68"/>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ight Triangle 9"/>
          <p:cNvSpPr/>
          <p:nvPr/>
        </p:nvSpPr>
        <p:spPr>
          <a:xfrm>
            <a:off x="-2" y="4664147"/>
            <a:ext cx="9151089" cy="0"/>
          </a:xfrm>
          <a:prstGeom prst="rtTriangle">
            <a:avLst/>
          </a:prstGeom>
          <a:gradFill flip="none" rotWithShape="1">
            <a:gsLst>
              <a:gs pos="0">
                <a:schemeClr val="accent1">
                  <a:shade val="35000"/>
                  <a:satMod val="170000"/>
                  <a:alpha val="100000"/>
                </a:schemeClr>
              </a:gs>
              <a:gs pos="55000">
                <a:schemeClr val="accent1">
                  <a:tint val="90000"/>
                  <a:satMod val="150000"/>
                  <a:alpha val="100000"/>
                </a:schemeClr>
              </a:gs>
              <a:gs pos="100000">
                <a:schemeClr val="accent1">
                  <a:shade val="35000"/>
                  <a:satMod val="170000"/>
                  <a:alpha val="100000"/>
                </a:schemeClr>
              </a:gs>
            </a:gsLst>
            <a:lin ang="3000000" scaled="1"/>
            <a:tileRect/>
          </a:gradFill>
          <a:ln w="127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extLst/>
          </a:lstStyle>
          <a:p>
            <a:pPr algn="ctr" eaLnBrk="1" latinLnBrk="0" hangingPunct="1"/>
            <a:endParaRPr kumimoji="0" lang="en-US"/>
          </a:p>
        </p:txBody>
      </p:sp>
      <p:sp>
        <p:nvSpPr>
          <p:cNvPr id="9" name="Title 8"/>
          <p:cNvSpPr>
            <a:spLocks noGrp="1"/>
          </p:cNvSpPr>
          <p:nvPr>
            <p:ph type="ctrTitle"/>
          </p:nvPr>
        </p:nvSpPr>
        <p:spPr>
          <a:xfrm>
            <a:off x="685800" y="1752601"/>
            <a:ext cx="7772400" cy="1829761"/>
          </a:xfrm>
        </p:spPr>
        <p:txBody>
          <a:bodyPr vert="horz" anchor="b">
            <a:normAutofit/>
            <a:scene3d>
              <a:camera prst="orthographicFront"/>
              <a:lightRig rig="soft" dir="t"/>
            </a:scene3d>
            <a:sp3d prstMaterial="softEdge">
              <a:bevelT w="25400" h="25400"/>
            </a:sp3d>
          </a:bodyPr>
          <a:lstStyle>
            <a:lvl1pPr algn="r">
              <a:defRPr sz="4800" b="1">
                <a:solidFill>
                  <a:schemeClr val="tx2"/>
                </a:solidFill>
                <a:effectLst>
                  <a:outerShdw blurRad="31750" dist="25400" dir="5400000" algn="tl" rotWithShape="0">
                    <a:srgbClr val="000000">
                      <a:alpha val="25000"/>
                    </a:srgbClr>
                  </a:outerShdw>
                </a:effectLst>
              </a:defRPr>
            </a:lvl1pPr>
            <a:extLst/>
          </a:lstStyle>
          <a:p>
            <a:r>
              <a:rPr kumimoji="0" lang="en-US" smtClean="0"/>
              <a:t>Click to edit Master title style</a:t>
            </a:r>
            <a:endParaRPr kumimoji="0" lang="en-US"/>
          </a:p>
        </p:txBody>
      </p:sp>
      <p:sp>
        <p:nvSpPr>
          <p:cNvPr id="17" name="Subtitle 16"/>
          <p:cNvSpPr>
            <a:spLocks noGrp="1"/>
          </p:cNvSpPr>
          <p:nvPr>
            <p:ph type="subTitle" idx="1"/>
          </p:nvPr>
        </p:nvSpPr>
        <p:spPr>
          <a:xfrm>
            <a:off x="685800" y="3611607"/>
            <a:ext cx="7772400" cy="1199704"/>
          </a:xfrm>
        </p:spPr>
        <p:txBody>
          <a:bodyPr lIns="45720" rIns="45720"/>
          <a:lstStyle>
            <a:lvl1pPr marL="0" marR="64008" indent="0" algn="r">
              <a:buNone/>
              <a:defRPr>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en-US" smtClean="0"/>
              <a:t>Click to edit Master subtitle style</a:t>
            </a:r>
            <a:endParaRPr kumimoji="0" lang="en-US"/>
          </a:p>
        </p:txBody>
      </p:sp>
      <p:grpSp>
        <p:nvGrpSpPr>
          <p:cNvPr id="2" name="Group 1"/>
          <p:cNvGrpSpPr/>
          <p:nvPr/>
        </p:nvGrpSpPr>
        <p:grpSpPr>
          <a:xfrm>
            <a:off x="-3765" y="4953000"/>
            <a:ext cx="9147765" cy="1912088"/>
            <a:chOff x="-3765" y="4832896"/>
            <a:chExt cx="9147765" cy="2032192"/>
          </a:xfrm>
        </p:grpSpPr>
        <p:sp>
          <p:nvSpPr>
            <p:cNvPr id="7" name="Freeform 6"/>
            <p:cNvSpPr>
              <a:spLocks/>
            </p:cNvSpPr>
            <p:nvPr/>
          </p:nvSpPr>
          <p:spPr bwMode="auto">
            <a:xfrm>
              <a:off x="1687513" y="4832896"/>
              <a:ext cx="7456487" cy="518816"/>
            </a:xfrm>
            <a:custGeom>
              <a:avLst>
                <a:gd name="A1" fmla="val 0"/>
                <a:gd name="A2" fmla="val 0"/>
                <a:gd name="A3" fmla="val 0"/>
                <a:gd name="A4" fmla="val 0"/>
                <a:gd name="A5" fmla="val 0"/>
                <a:gd name="A6" fmla="val 0"/>
                <a:gd name="A7" fmla="val 0"/>
                <a:gd name="A8" fmla="val 0"/>
              </a:avLst>
              <a:gdLst/>
              <a:ahLst/>
              <a:cxnLst>
                <a:cxn ang="0">
                  <a:pos x="4697" y="0"/>
                </a:cxn>
                <a:cxn ang="0">
                  <a:pos x="4697" y="367"/>
                </a:cxn>
                <a:cxn ang="0">
                  <a:pos x="0" y="218"/>
                </a:cxn>
                <a:cxn ang="0">
                  <a:pos x="4697" y="0"/>
                </a:cxn>
              </a:cxnLst>
              <a:rect l="0" t="0" r="0" b="0"/>
              <a:pathLst>
                <a:path w="4697" h="367">
                  <a:moveTo>
                    <a:pt x="4697" y="0"/>
                  </a:moveTo>
                  <a:lnTo>
                    <a:pt x="4697" y="367"/>
                  </a:lnTo>
                  <a:lnTo>
                    <a:pt x="0" y="218"/>
                  </a:lnTo>
                  <a:lnTo>
                    <a:pt x="4697" y="0"/>
                  </a:lnTo>
                  <a:close/>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8" name="Freeform 7"/>
            <p:cNvSpPr>
              <a:spLocks/>
            </p:cNvSpPr>
            <p:nvPr/>
          </p:nvSpPr>
          <p:spPr bwMode="auto">
            <a:xfrm>
              <a:off x="35443" y="5135526"/>
              <a:ext cx="9108557" cy="83820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0" y="0"/>
                  </a:moveTo>
                  <a:lnTo>
                    <a:pt x="5760" y="0"/>
                  </a:lnTo>
                  <a:lnTo>
                    <a:pt x="5760" y="528"/>
                  </a:lnTo>
                  <a:lnTo>
                    <a:pt x="48" y="0"/>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1" name="Freeform 10"/>
            <p:cNvSpPr>
              <a:spLocks/>
            </p:cNvSpPr>
            <p:nvPr/>
          </p:nvSpPr>
          <p:spPr bwMode="auto">
            <a:xfrm>
              <a:off x="0" y="4883888"/>
              <a:ext cx="9144000" cy="1981200"/>
            </a:xfrm>
            <a:custGeom>
              <a:avLst>
                <a:gd name="A1" fmla="val 0"/>
                <a:gd name="A2" fmla="val 0"/>
                <a:gd name="A3" fmla="val 0"/>
                <a:gd name="A4" fmla="val 0"/>
                <a:gd name="A5" fmla="val 0"/>
                <a:gd name="A6" fmla="val 0"/>
                <a:gd name="A7" fmla="val 0"/>
                <a:gd name="A8" fmla="val 0"/>
              </a:avLst>
              <a:gdLst/>
              <a:ahLst/>
              <a:cxnLst>
                <a:cxn ang="0">
                  <a:pos x="0" y="0"/>
                </a:cxn>
                <a:cxn ang="0">
                  <a:pos x="0" y="1248"/>
                </a:cxn>
                <a:cxn ang="0">
                  <a:pos x="5760" y="1248"/>
                </a:cxn>
                <a:cxn ang="0">
                  <a:pos x="5760" y="528"/>
                </a:cxn>
                <a:cxn ang="0">
                  <a:pos x="0" y="0"/>
                </a:cxn>
              </a:cxnLst>
              <a:rect l="0" t="0" r="0" b="0"/>
              <a:pathLst>
                <a:path w="5760" h="1248">
                  <a:moveTo>
                    <a:pt x="0" y="0"/>
                  </a:moveTo>
                  <a:lnTo>
                    <a:pt x="0" y="1248"/>
                  </a:lnTo>
                  <a:lnTo>
                    <a:pt x="5760" y="1248"/>
                  </a:lnTo>
                  <a:lnTo>
                    <a:pt x="5760" y="528"/>
                  </a:lnTo>
                  <a:lnTo>
                    <a:pt x="0" y="0"/>
                  </a:lnTo>
                  <a:close/>
                </a:path>
              </a:pathLst>
            </a:cu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2" name="Straight Connector 11"/>
            <p:cNvCxnSpPr/>
            <p:nvPr/>
          </p:nvCxnSpPr>
          <p:spPr>
            <a:xfrm>
              <a:off x="-3765" y="4880373"/>
              <a:ext cx="9147765" cy="83994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grpSp>
      <p:sp>
        <p:nvSpPr>
          <p:cNvPr id="30" name="Date Placeholder 29"/>
          <p:cNvSpPr>
            <a:spLocks noGrp="1"/>
          </p:cNvSpPr>
          <p:nvPr>
            <p:ph type="dt" sz="half" idx="10"/>
          </p:nvPr>
        </p:nvSpPr>
        <p:spPr/>
        <p:txBody>
          <a:bodyPr/>
          <a:lstStyle>
            <a:lvl1pPr>
              <a:defRPr>
                <a:solidFill>
                  <a:srgbClr val="FFFFFF"/>
                </a:solidFill>
              </a:defRPr>
            </a:lvl1pPr>
            <a:extLst/>
          </a:lstStyle>
          <a:p>
            <a:fld id="{2A3FF7E0-1C1F-4CEA-96DC-3A10841CD7D9}" type="datetimeFigureOut">
              <a:rPr lang="en-US" smtClean="0"/>
              <a:t>3/15/2026</a:t>
            </a:fld>
            <a:endParaRPr lang="en-US"/>
          </a:p>
        </p:txBody>
      </p:sp>
      <p:sp>
        <p:nvSpPr>
          <p:cNvPr id="19" name="Footer Placeholder 18"/>
          <p:cNvSpPr>
            <a:spLocks noGrp="1"/>
          </p:cNvSpPr>
          <p:nvPr>
            <p:ph type="ftr" sz="quarter" idx="11"/>
          </p:nvPr>
        </p:nvSpPr>
        <p:spPr/>
        <p:txBody>
          <a:bodyPr/>
          <a:lstStyle>
            <a:lvl1pPr>
              <a:defRPr>
                <a:solidFill>
                  <a:schemeClr val="accent1">
                    <a:tint val="20000"/>
                  </a:schemeClr>
                </a:solidFill>
              </a:defRPr>
            </a:lvl1pPr>
            <a:extLst/>
          </a:lstStyle>
          <a:p>
            <a:endParaRPr lang="en-US"/>
          </a:p>
        </p:txBody>
      </p:sp>
      <p:sp>
        <p:nvSpPr>
          <p:cNvPr id="27" name="Slide Number Placeholder 26"/>
          <p:cNvSpPr>
            <a:spLocks noGrp="1"/>
          </p:cNvSpPr>
          <p:nvPr>
            <p:ph type="sldNum" sz="quarter" idx="12"/>
          </p:nvPr>
        </p:nvSpPr>
        <p:spPr/>
        <p:txBody>
          <a:bodyPr/>
          <a:lstStyle>
            <a:lvl1pPr>
              <a:defRPr>
                <a:solidFill>
                  <a:srgbClr val="FFFFFF"/>
                </a:solidFill>
              </a:defRPr>
            </a:lvl1pPr>
            <a:extLst/>
          </a:lstStyle>
          <a:p>
            <a:fld id="{7AF8E202-54FA-4D19-BB7D-5DDA98515D54}"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2A3FF7E0-1C1F-4CEA-96DC-3A10841CD7D9}" type="datetimeFigureOut">
              <a:rPr lang="en-US" smtClean="0"/>
              <a:t>3/15/2026</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7AF8E202-54FA-4D19-BB7D-5DDA98515D54}" type="slidenum">
              <a:rPr lang="en-US" smtClean="0"/>
              <a:t>‹#›</a:t>
            </a:fld>
            <a:endParaRPr lang="en-US"/>
          </a:p>
        </p:txBody>
      </p:sp>
      <p:sp>
        <p:nvSpPr>
          <p:cNvPr id="7" name="Title 6"/>
          <p:cNvSpPr>
            <a:spLocks noGrp="1"/>
          </p:cNvSpPr>
          <p:nvPr>
            <p:ph type="title"/>
          </p:nvPr>
        </p:nvSpPr>
        <p:spPr/>
        <p:txBody>
          <a:bodyPr rtlCol="0"/>
          <a:lstStyle>
            <a:extLst/>
          </a:lstStyle>
          <a:p>
            <a:r>
              <a:rPr kumimoji="0" lang="en-US" smtClean="0"/>
              <a:t>Click to edit Master title style</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76" y="1059712"/>
            <a:ext cx="7772400" cy="1828800"/>
          </a:xfrm>
        </p:spPr>
        <p:txBody>
          <a:bodyPr vert="horz" anchor="b">
            <a:normAutofit/>
            <a:scene3d>
              <a:camera prst="orthographicFront"/>
              <a:lightRig rig="soft" dir="t"/>
            </a:scene3d>
            <a:sp3d prstMaterial="softEdge">
              <a:bevelT w="25400" h="25400"/>
            </a:sp3d>
          </a:bodyPr>
          <a:lstStyle>
            <a:lvl1pPr algn="r">
              <a:buNone/>
              <a:defRPr sz="4800" b="1" cap="none" baseline="0">
                <a:effectLst>
                  <a:outerShdw blurRad="31750" dist="25400" dir="5400000" algn="tl" rotWithShape="0">
                    <a:srgbClr val="000000">
                      <a:alpha val="25000"/>
                    </a:srgbClr>
                  </a:outerShdw>
                </a:effectLst>
              </a:defRPr>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3922713" y="2931712"/>
            <a:ext cx="4572000" cy="1454888"/>
          </a:xfrm>
        </p:spPr>
        <p:txBody>
          <a:bodyPr lIns="91440" rIns="91440" anchor="t"/>
          <a:lstStyle>
            <a:lvl1pPr marL="0" indent="0" algn="l">
              <a:buNone/>
              <a:defRPr sz="23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extLst/>
          </a:lstStyle>
          <a:p>
            <a:fld id="{2A3FF7E0-1C1F-4CEA-96DC-3A10841CD7D9}" type="datetimeFigureOut">
              <a:rPr lang="en-US" smtClean="0"/>
              <a:t>3/15/2026</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7AF8E202-54FA-4D19-BB7D-5DDA98515D54}" type="slidenum">
              <a:rPr lang="en-US" smtClean="0"/>
              <a:t>‹#›</a:t>
            </a:fld>
            <a:endParaRPr lang="en-US"/>
          </a:p>
        </p:txBody>
      </p:sp>
      <p:sp>
        <p:nvSpPr>
          <p:cNvPr id="7" name="Chevron 6"/>
          <p:cNvSpPr/>
          <p:nvPr/>
        </p:nvSpPr>
        <p:spPr>
          <a:xfrm>
            <a:off x="3636680" y="3005472"/>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
        <p:nvSpPr>
          <p:cNvPr id="8" name="Chevron 7"/>
          <p:cNvSpPr/>
          <p:nvPr/>
        </p:nvSpPr>
        <p:spPr>
          <a:xfrm>
            <a:off x="3450264" y="3005472"/>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Ref idx="1002">
        <a:schemeClr val="bg1"/>
      </p:bgRef>
    </p:bg>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57200" y="1481328"/>
            <a:ext cx="4038600" cy="4525963"/>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4648200" y="1481328"/>
            <a:ext cx="4038600" cy="4525963"/>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extLst/>
          </a:lstStyle>
          <a:p>
            <a:fld id="{2A3FF7E0-1C1F-4CEA-96DC-3A10841CD7D9}" type="datetimeFigureOut">
              <a:rPr lang="en-US" smtClean="0"/>
              <a:t>3/15/2026</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7AF8E202-54FA-4D19-BB7D-5DDA98515D54}" type="slidenum">
              <a:rPr lang="en-US" smtClean="0"/>
              <a:t>‹#›</a:t>
            </a:fld>
            <a:endParaRPr lang="en-US"/>
          </a:p>
        </p:txBody>
      </p:sp>
      <p:sp>
        <p:nvSpPr>
          <p:cNvPr id="8" name="Title 7"/>
          <p:cNvSpPr>
            <a:spLocks noGrp="1"/>
          </p:cNvSpPr>
          <p:nvPr>
            <p:ph type="title"/>
          </p:nvPr>
        </p:nvSpPr>
        <p:spPr/>
        <p:txBody>
          <a:bodyPr rtlCol="0"/>
          <a:lstStyle>
            <a:extLst/>
          </a:lstStyle>
          <a:p>
            <a:r>
              <a:rPr kumimoji="0" lang="en-US" smtClean="0"/>
              <a:t>Click to edit Master title style</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Ref idx="1003">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8229600" cy="1143000"/>
          </a:xfrm>
        </p:spPr>
        <p:txBody>
          <a:bodyPr anchor="ctr"/>
          <a:lstStyle>
            <a:lvl1pPr>
              <a:defRPr/>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5410200"/>
            <a:ext cx="4040188" cy="7620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645026" y="5410200"/>
            <a:ext cx="4041775" cy="7620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457200" y="1444294"/>
            <a:ext cx="4040188" cy="3941763"/>
          </a:xfrm>
          <a:ln>
            <a:noFill/>
            <a:prstDash val="sysDash"/>
            <a:miter lim="800000"/>
          </a:ln>
        </p:spPr>
        <p:txBody>
          <a:bodyPr/>
          <a:lstStyle>
            <a:lvl1pPr>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645025" y="1444294"/>
            <a:ext cx="4041775" cy="3941763"/>
          </a:xfrm>
          <a:ln>
            <a:noFill/>
            <a:prstDash val="sysDash"/>
            <a:miter lim="800000"/>
          </a:ln>
        </p:spPr>
        <p:txBody>
          <a:bodyPr/>
          <a:lstStyle>
            <a:lvl1pPr>
              <a:spcBef>
                <a:spcPts val="0"/>
              </a:spcBef>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extLst/>
          </a:lstStyle>
          <a:p>
            <a:fld id="{2A3FF7E0-1C1F-4CEA-96DC-3A10841CD7D9}" type="datetimeFigureOut">
              <a:rPr lang="en-US" smtClean="0"/>
              <a:t>3/15/2026</a:t>
            </a:fld>
            <a:endParaRPr lang="en-US"/>
          </a:p>
        </p:txBody>
      </p:sp>
      <p:sp>
        <p:nvSpPr>
          <p:cNvPr id="8" name="Footer Placeholder 7"/>
          <p:cNvSpPr>
            <a:spLocks noGrp="1"/>
          </p:cNvSpPr>
          <p:nvPr>
            <p:ph type="ftr" sz="quarter" idx="11"/>
          </p:nvPr>
        </p:nvSpPr>
        <p:spPr/>
        <p:txBody>
          <a:bodyPr/>
          <a:lstStyle>
            <a:extLst/>
          </a:lstStyle>
          <a:p>
            <a:endParaRPr lang="en-US"/>
          </a:p>
        </p:txBody>
      </p:sp>
      <p:sp>
        <p:nvSpPr>
          <p:cNvPr id="9" name="Slide Number Placeholder 8"/>
          <p:cNvSpPr>
            <a:spLocks noGrp="1"/>
          </p:cNvSpPr>
          <p:nvPr>
            <p:ph type="sldNum" sz="quarter" idx="12"/>
          </p:nvPr>
        </p:nvSpPr>
        <p:spPr/>
        <p:txBody>
          <a:bodyPr/>
          <a:lstStyle>
            <a:extLst/>
          </a:lstStyle>
          <a:p>
            <a:fld id="{7AF8E202-54FA-4D19-BB7D-5DDA98515D54}" type="slidenum">
              <a:rPr lang="en-US" smtClean="0"/>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Ref idx="1002">
        <a:schemeClr val="bg1"/>
      </p:bgRef>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extLst/>
          </a:lstStyle>
          <a:p>
            <a:fld id="{2A3FF7E0-1C1F-4CEA-96DC-3A10841CD7D9}" type="datetimeFigureOut">
              <a:rPr lang="en-US" smtClean="0"/>
              <a:t>3/15/2026</a:t>
            </a:fld>
            <a:endParaRPr lang="en-US"/>
          </a:p>
        </p:txBody>
      </p:sp>
      <p:sp>
        <p:nvSpPr>
          <p:cNvPr id="4" name="Footer Placeholder 3"/>
          <p:cNvSpPr>
            <a:spLocks noGrp="1"/>
          </p:cNvSpPr>
          <p:nvPr>
            <p:ph type="ftr" sz="quarter" idx="11"/>
          </p:nvPr>
        </p:nvSpPr>
        <p:spPr/>
        <p:txBody>
          <a:bodyPr/>
          <a:lstStyle>
            <a:extLst/>
          </a:lstStyle>
          <a:p>
            <a:endParaRPr lang="en-US"/>
          </a:p>
        </p:txBody>
      </p:sp>
      <p:sp>
        <p:nvSpPr>
          <p:cNvPr id="5" name="Slide Number Placeholder 4"/>
          <p:cNvSpPr>
            <a:spLocks noGrp="1"/>
          </p:cNvSpPr>
          <p:nvPr>
            <p:ph type="sldNum" sz="quarter" idx="12"/>
          </p:nvPr>
        </p:nvSpPr>
        <p:spPr/>
        <p:txBody>
          <a:bodyPr/>
          <a:lstStyle>
            <a:extLst/>
          </a:lstStyle>
          <a:p>
            <a:fld id="{7AF8E202-54FA-4D19-BB7D-5DDA98515D54}" type="slidenum">
              <a:rPr lang="en-US" smtClean="0"/>
              <a:t>‹#›</a:t>
            </a:fld>
            <a:endParaRPr lang="en-US"/>
          </a:p>
        </p:txBody>
      </p:sp>
      <p:sp>
        <p:nvSpPr>
          <p:cNvPr id="6" name="Title 5"/>
          <p:cNvSpPr>
            <a:spLocks noGrp="1"/>
          </p:cNvSpPr>
          <p:nvPr>
            <p:ph type="title"/>
          </p:nvPr>
        </p:nvSpPr>
        <p:spPr/>
        <p:txBody>
          <a:bodyPr rtlCol="0"/>
          <a:lstStyle>
            <a:extLst/>
          </a:lstStyle>
          <a:p>
            <a:r>
              <a:rPr kumimoji="0" lang="en-US" smtClean="0"/>
              <a:t>Click to edit Master title style</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extLst/>
          </a:lstStyle>
          <a:p>
            <a:fld id="{2A3FF7E0-1C1F-4CEA-96DC-3A10841CD7D9}" type="datetimeFigureOut">
              <a:rPr lang="en-US" smtClean="0"/>
              <a:t>3/15/2026</a:t>
            </a:fld>
            <a:endParaRPr lang="en-US"/>
          </a:p>
        </p:txBody>
      </p:sp>
      <p:sp>
        <p:nvSpPr>
          <p:cNvPr id="3" name="Footer Placeholder 2"/>
          <p:cNvSpPr>
            <a:spLocks noGrp="1"/>
          </p:cNvSpPr>
          <p:nvPr>
            <p:ph type="ftr" sz="quarter" idx="11"/>
          </p:nvPr>
        </p:nvSpPr>
        <p:spPr/>
        <p:txBody>
          <a:bodyPr/>
          <a:lstStyle>
            <a:extLst/>
          </a:lstStyle>
          <a:p>
            <a:endParaRPr lang="en-US"/>
          </a:p>
        </p:txBody>
      </p:sp>
      <p:sp>
        <p:nvSpPr>
          <p:cNvPr id="4" name="Slide Number Placeholder 3"/>
          <p:cNvSpPr>
            <a:spLocks noGrp="1"/>
          </p:cNvSpPr>
          <p:nvPr>
            <p:ph type="sldNum" sz="quarter" idx="12"/>
          </p:nvPr>
        </p:nvSpPr>
        <p:spPr/>
        <p:txBody>
          <a:bodyPr/>
          <a:lstStyle>
            <a:extLst/>
          </a:lstStyle>
          <a:p>
            <a:fld id="{7AF8E202-54FA-4D19-BB7D-5DDA98515D54}"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Ref idx="1003">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914400" y="4876800"/>
            <a:ext cx="7481776" cy="457200"/>
          </a:xfrm>
        </p:spPr>
        <p:txBody>
          <a:bodyPr vert="horz" anchor="t">
            <a:noAutofit/>
            <a:sp3d prstMaterial="softEdge">
              <a:bevelT w="0" h="0"/>
            </a:sp3d>
          </a:bodyPr>
          <a:lstStyle>
            <a:lvl1pPr algn="r">
              <a:buNone/>
              <a:defRPr sz="2500" b="0">
                <a:solidFill>
                  <a:schemeClr val="accent1"/>
                </a:solidFill>
                <a:effectLst/>
              </a:defRPr>
            </a:lvl1pPr>
            <a:extLst/>
          </a:lstStyle>
          <a:p>
            <a:r>
              <a:rPr kumimoji="0" lang="en-US" smtClean="0"/>
              <a:t>Click to edit Master title style</a:t>
            </a:r>
            <a:endParaRPr kumimoji="0" lang="en-US"/>
          </a:p>
        </p:txBody>
      </p:sp>
      <p:sp>
        <p:nvSpPr>
          <p:cNvPr id="3" name="Text Placeholder 2"/>
          <p:cNvSpPr>
            <a:spLocks noGrp="1"/>
          </p:cNvSpPr>
          <p:nvPr>
            <p:ph type="body" idx="2"/>
          </p:nvPr>
        </p:nvSpPr>
        <p:spPr>
          <a:xfrm>
            <a:off x="4419600" y="5355102"/>
            <a:ext cx="3974592" cy="914400"/>
          </a:xfrm>
        </p:spPr>
        <p:txBody>
          <a:bodyPr/>
          <a:lstStyle>
            <a:lvl1pPr marL="0" indent="0" algn="r">
              <a:buNone/>
              <a:defRPr sz="1600"/>
            </a:lvl1pPr>
            <a:lvl2pPr>
              <a:buNone/>
              <a:defRPr sz="1200"/>
            </a:lvl2pPr>
            <a:lvl3pPr>
              <a:buNone/>
              <a:defRPr sz="1000"/>
            </a:lvl3pPr>
            <a:lvl4pPr>
              <a:buNone/>
              <a:defRPr sz="900"/>
            </a:lvl4pPr>
            <a:lvl5pPr>
              <a:buNone/>
              <a:defRPr sz="900"/>
            </a:lvl5pPr>
            <a:extLst/>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914400" y="274320"/>
            <a:ext cx="7479792" cy="4572000"/>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a:xfrm>
            <a:off x="6727032" y="6407944"/>
            <a:ext cx="1920240" cy="365760"/>
          </a:xfrm>
        </p:spPr>
        <p:txBody>
          <a:bodyPr/>
          <a:lstStyle>
            <a:extLst/>
          </a:lstStyle>
          <a:p>
            <a:fld id="{2A3FF7E0-1C1F-4CEA-96DC-3A10841CD7D9}" type="datetimeFigureOut">
              <a:rPr lang="en-US" smtClean="0"/>
              <a:t>3/15/2026</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7AF8E202-54FA-4D19-BB7D-5DDA98515D54}" type="slidenum">
              <a:rPr lang="en-US" smtClean="0"/>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2">
        <a:schemeClr val="bg1"/>
      </p:bgRef>
    </p:bg>
    <p:spTree>
      <p:nvGrpSpPr>
        <p:cNvPr id="1" name=""/>
        <p:cNvGrpSpPr/>
        <p:nvPr/>
      </p:nvGrpSpPr>
      <p:grpSpPr>
        <a:xfrm>
          <a:off x="0" y="0"/>
          <a:ext cx="0" cy="0"/>
          <a:chOff x="0" y="0"/>
          <a:chExt cx="0" cy="0"/>
        </a:xfrm>
      </p:grpSpPr>
      <p:sp>
        <p:nvSpPr>
          <p:cNvPr id="4" name="Text Placeholder 3"/>
          <p:cNvSpPr>
            <a:spLocks noGrp="1"/>
          </p:cNvSpPr>
          <p:nvPr>
            <p:ph type="body" sz="half" idx="2"/>
          </p:nvPr>
        </p:nvSpPr>
        <p:spPr>
          <a:xfrm>
            <a:off x="1141232" y="5443402"/>
            <a:ext cx="7162800" cy="648232"/>
          </a:xfrm>
          <a:noFill/>
        </p:spPr>
        <p:txBody>
          <a:bodyPr lIns="91440" tIns="0" rIns="91440" anchor="t"/>
          <a:lstStyle>
            <a:lvl1pPr marL="0" marR="18288" indent="0" algn="r">
              <a:buNone/>
              <a:defRPr sz="1400"/>
            </a:lvl1pPr>
            <a:lvl2pPr>
              <a:defRPr sz="1200"/>
            </a:lvl2pPr>
            <a:lvl3pPr>
              <a:defRPr sz="1000"/>
            </a:lvl3pPr>
            <a:lvl4pPr>
              <a:defRPr sz="900"/>
            </a:lvl4pPr>
            <a:lvl5pPr>
              <a:defRPr sz="900"/>
            </a:lvl5pPr>
            <a:extLst/>
          </a:lstStyle>
          <a:p>
            <a:pPr lvl="0" eaLnBrk="1" latinLnBrk="0" hangingPunct="1"/>
            <a:r>
              <a:rPr kumimoji="0" lang="en-US" smtClean="0"/>
              <a:t>Click to edit Master text styles</a:t>
            </a:r>
          </a:p>
        </p:txBody>
      </p:sp>
      <p:sp>
        <p:nvSpPr>
          <p:cNvPr id="3" name="Picture Placeholder 2"/>
          <p:cNvSpPr>
            <a:spLocks noGrp="1"/>
          </p:cNvSpPr>
          <p:nvPr>
            <p:ph type="pic" idx="1"/>
          </p:nvPr>
        </p:nvSpPr>
        <p:spPr>
          <a:xfrm>
            <a:off x="228600" y="189968"/>
            <a:ext cx="8686800" cy="4389120"/>
          </a:xfrm>
          <a:prstGeom prst="rect">
            <a:avLst/>
          </a:prstGeom>
          <a:solidFill>
            <a:schemeClr val="bg2"/>
          </a:solidFill>
          <a:ln>
            <a:solidFill>
              <a:schemeClr val="bg1"/>
            </a:solidFill>
          </a:ln>
          <a:effectLst>
            <a:innerShdw blurRad="95250">
              <a:srgbClr val="000000"/>
            </a:innerShdw>
          </a:effectLst>
        </p:spPr>
        <p:txBody>
          <a:bodyPr/>
          <a:lstStyle>
            <a:lvl1pPr marL="0" indent="0">
              <a:buNone/>
              <a:defRPr sz="3200"/>
            </a:lvl1pPr>
            <a:extLst/>
          </a:lstStyle>
          <a:p>
            <a:r>
              <a:rPr kumimoji="0" lang="en-US" smtClean="0"/>
              <a:t>Click icon to add picture</a:t>
            </a:r>
            <a:endParaRPr kumimoji="0" lang="en-US" dirty="0"/>
          </a:p>
        </p:txBody>
      </p:sp>
      <p:sp>
        <p:nvSpPr>
          <p:cNvPr id="5" name="Date Placeholder 4"/>
          <p:cNvSpPr>
            <a:spLocks noGrp="1"/>
          </p:cNvSpPr>
          <p:nvPr>
            <p:ph type="dt" sz="half" idx="10"/>
          </p:nvPr>
        </p:nvSpPr>
        <p:spPr/>
        <p:txBody>
          <a:bodyPr/>
          <a:lstStyle>
            <a:lvl1pPr>
              <a:defRPr>
                <a:solidFill>
                  <a:schemeClr val="tx1"/>
                </a:solidFill>
              </a:defRPr>
            </a:lvl1pPr>
            <a:extLst/>
          </a:lstStyle>
          <a:p>
            <a:fld id="{2A3FF7E0-1C1F-4CEA-96DC-3A10841CD7D9}" type="datetimeFigureOut">
              <a:rPr lang="en-US" smtClean="0"/>
              <a:t>3/15/2026</a:t>
            </a:fld>
            <a:endParaRPr lang="en-US"/>
          </a:p>
        </p:txBody>
      </p:sp>
      <p:sp>
        <p:nvSpPr>
          <p:cNvPr id="6" name="Footer Placeholder 5"/>
          <p:cNvSpPr>
            <a:spLocks noGrp="1"/>
          </p:cNvSpPr>
          <p:nvPr>
            <p:ph type="ftr" sz="quarter" idx="11"/>
          </p:nvPr>
        </p:nvSpPr>
        <p:spPr>
          <a:xfrm>
            <a:off x="4380072" y="6407944"/>
            <a:ext cx="2350681" cy="365125"/>
          </a:xfrm>
        </p:spPr>
        <p:txBody>
          <a:bodyPr/>
          <a:lstStyle>
            <a:lvl1pPr>
              <a:defRPr>
                <a:solidFill>
                  <a:schemeClr val="tx1"/>
                </a:solidFill>
              </a:defRPr>
            </a:lvl1pPr>
            <a:extLst/>
          </a:lstStyle>
          <a:p>
            <a:endParaRPr lang="en-US"/>
          </a:p>
        </p:txBody>
      </p:sp>
      <p:sp>
        <p:nvSpPr>
          <p:cNvPr id="7" name="Slide Number Placeholder 6"/>
          <p:cNvSpPr>
            <a:spLocks noGrp="1"/>
          </p:cNvSpPr>
          <p:nvPr>
            <p:ph type="sldNum" sz="quarter" idx="12"/>
          </p:nvPr>
        </p:nvSpPr>
        <p:spPr/>
        <p:txBody>
          <a:bodyPr/>
          <a:lstStyle>
            <a:lvl1pPr>
              <a:defRPr>
                <a:solidFill>
                  <a:schemeClr val="tx1"/>
                </a:solidFill>
              </a:defRPr>
            </a:lvl1pPr>
            <a:extLst/>
          </a:lstStyle>
          <a:p>
            <a:fld id="{7AF8E202-54FA-4D19-BB7D-5DDA98515D54}" type="slidenum">
              <a:rPr lang="en-US" smtClean="0"/>
              <a:t>‹#›</a:t>
            </a:fld>
            <a:endParaRPr lang="en-US"/>
          </a:p>
        </p:txBody>
      </p:sp>
      <p:sp>
        <p:nvSpPr>
          <p:cNvPr id="2" name="Title 1"/>
          <p:cNvSpPr>
            <a:spLocks noGrp="1"/>
          </p:cNvSpPr>
          <p:nvPr>
            <p:ph type="title"/>
          </p:nvPr>
        </p:nvSpPr>
        <p:spPr>
          <a:xfrm>
            <a:off x="228600" y="4865122"/>
            <a:ext cx="8075432" cy="562672"/>
          </a:xfrm>
          <a:noFill/>
        </p:spPr>
        <p:txBody>
          <a:bodyPr anchor="t">
            <a:sp3d prstMaterial="softEdge"/>
          </a:bodyPr>
          <a:lstStyle>
            <a:lvl1pPr marR="0" algn="r">
              <a:buNone/>
              <a:defRPr sz="3000" b="0">
                <a:solidFill>
                  <a:schemeClr val="accent1"/>
                </a:solidFill>
                <a:effectLst>
                  <a:outerShdw blurRad="50800" dist="25000" dir="5400000" algn="t" rotWithShape="0">
                    <a:prstClr val="black">
                      <a:alpha val="45000"/>
                    </a:prstClr>
                  </a:outerShdw>
                </a:effectLst>
              </a:defRPr>
            </a:lvl1pPr>
            <a:extLst/>
          </a:lstStyle>
          <a:p>
            <a:r>
              <a:rPr kumimoji="0" lang="en-US" smtClean="0"/>
              <a:t>Click to edit Master title style</a:t>
            </a:r>
            <a:endParaRPr kumimoji="0" lang="en-US"/>
          </a:p>
        </p:txBody>
      </p:sp>
      <p:sp>
        <p:nvSpPr>
          <p:cNvPr id="8" name="Freeform 7"/>
          <p:cNvSpPr>
            <a:spLocks/>
          </p:cNvSpPr>
          <p:nvPr/>
        </p:nvSpPr>
        <p:spPr bwMode="auto">
          <a:xfrm>
            <a:off x="716436" y="5001993"/>
            <a:ext cx="3802003" cy="1443111"/>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329" y="347"/>
                </a:moveTo>
                <a:lnTo>
                  <a:pt x="7156" y="682"/>
                </a:lnTo>
                <a:lnTo>
                  <a:pt x="5229" y="682"/>
                </a:lnTo>
                <a:lnTo>
                  <a:pt x="-328" y="345"/>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9" name="Freeform 8"/>
          <p:cNvSpPr>
            <a:spLocks/>
          </p:cNvSpPr>
          <p:nvPr/>
        </p:nvSpPr>
        <p:spPr bwMode="auto">
          <a:xfrm>
            <a:off x="-53561" y="5785023"/>
            <a:ext cx="3802003" cy="83820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817" y="97"/>
                </a:moveTo>
                <a:lnTo>
                  <a:pt x="6408" y="682"/>
                </a:lnTo>
                <a:lnTo>
                  <a:pt x="5232" y="685"/>
                </a:lnTo>
                <a:lnTo>
                  <a:pt x="829" y="101"/>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0" name="Right Triangle 9"/>
          <p:cNvSpPr>
            <a:spLocks/>
          </p:cNvSpPr>
          <p:nvPr/>
        </p:nvSpPr>
        <p:spPr bwMode="auto">
          <a:xfrm>
            <a:off x="-6042" y="5791253"/>
            <a:ext cx="3402314" cy="1080868"/>
          </a:xfrm>
          <a:prstGeom prst="rtTriangle">
            <a:avLst/>
          </a:pr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1" name="Straight Connector 10"/>
          <p:cNvCxnSpPr/>
          <p:nvPr/>
        </p:nvCxnSpPr>
        <p:spPr>
          <a:xfrm>
            <a:off x="-9237" y="5787738"/>
            <a:ext cx="3405509" cy="108438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12" name="Chevron 11"/>
          <p:cNvSpPr/>
          <p:nvPr/>
        </p:nvSpPr>
        <p:spPr>
          <a:xfrm>
            <a:off x="8664112" y="4988440"/>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
        <p:nvSpPr>
          <p:cNvPr id="13" name="Chevron 12"/>
          <p:cNvSpPr/>
          <p:nvPr/>
        </p:nvSpPr>
        <p:spPr>
          <a:xfrm>
            <a:off x="8477696" y="4988440"/>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1481329"/>
            <a:ext cx="8229600" cy="4386071"/>
          </a:xfrm>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2A3FF7E0-1C1F-4CEA-96DC-3A10841CD7D9}" type="datetimeFigureOut">
              <a:rPr lang="en-US" smtClean="0"/>
              <a:t>3/15/2026</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7AF8E202-54FA-4D19-BB7D-5DDA98515D54}"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44013" y="274640"/>
            <a:ext cx="1777470" cy="5592761"/>
          </a:xfrm>
        </p:spPr>
        <p:txBody>
          <a:bodyPr vert="eaVert"/>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274641"/>
            <a:ext cx="6324600" cy="5592760"/>
          </a:xfrm>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2A3FF7E0-1C1F-4CEA-96DC-3A10841CD7D9}" type="datetimeFigureOut">
              <a:rPr lang="en-US" smtClean="0"/>
              <a:t>3/15/2026</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7AF8E202-54FA-4D19-BB7D-5DDA98515D54}"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Freeform 12"/>
          <p:cNvSpPr>
            <a:spLocks/>
          </p:cNvSpPr>
          <p:nvPr/>
        </p:nvSpPr>
        <p:spPr bwMode="auto">
          <a:xfrm>
            <a:off x="716436" y="5001993"/>
            <a:ext cx="3802003" cy="1443111"/>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329" y="347"/>
                </a:moveTo>
                <a:lnTo>
                  <a:pt x="7156" y="682"/>
                </a:lnTo>
                <a:lnTo>
                  <a:pt x="5229" y="682"/>
                </a:lnTo>
                <a:lnTo>
                  <a:pt x="-328" y="345"/>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2" name="Freeform 11"/>
          <p:cNvSpPr>
            <a:spLocks/>
          </p:cNvSpPr>
          <p:nvPr/>
        </p:nvSpPr>
        <p:spPr bwMode="auto">
          <a:xfrm>
            <a:off x="-53561" y="5785023"/>
            <a:ext cx="3802003" cy="83820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817" y="97"/>
                </a:moveTo>
                <a:lnTo>
                  <a:pt x="6408" y="682"/>
                </a:lnTo>
                <a:lnTo>
                  <a:pt x="5232" y="685"/>
                </a:lnTo>
                <a:lnTo>
                  <a:pt x="829" y="101"/>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4" name="Right Triangle 13"/>
          <p:cNvSpPr>
            <a:spLocks/>
          </p:cNvSpPr>
          <p:nvPr/>
        </p:nvSpPr>
        <p:spPr bwMode="auto">
          <a:xfrm>
            <a:off x="-6042" y="5791253"/>
            <a:ext cx="3402314" cy="1080868"/>
          </a:xfrm>
          <a:prstGeom prst="rtTriangle">
            <a:avLst/>
          </a:prstGeom>
          <a:blipFill>
            <a:blip r:embed="rId13">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5" name="Straight Connector 14"/>
          <p:cNvCxnSpPr/>
          <p:nvPr/>
        </p:nvCxnSpPr>
        <p:spPr>
          <a:xfrm>
            <a:off x="-9237" y="5787738"/>
            <a:ext cx="3405509" cy="108438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9" name="Title Placeholder 8"/>
          <p:cNvSpPr>
            <a:spLocks noGrp="1"/>
          </p:cNvSpPr>
          <p:nvPr>
            <p:ph type="title"/>
          </p:nvPr>
        </p:nvSpPr>
        <p:spPr>
          <a:xfrm>
            <a:off x="457200" y="274638"/>
            <a:ext cx="8229600" cy="1143000"/>
          </a:xfrm>
          <a:prstGeom prst="rect">
            <a:avLst/>
          </a:prstGeom>
        </p:spPr>
        <p:txBody>
          <a:bodyPr vert="horz" anchor="ctr">
            <a:normAutofit/>
            <a:scene3d>
              <a:camera prst="orthographicFront"/>
              <a:lightRig rig="soft" dir="t"/>
            </a:scene3d>
            <a:sp3d prstMaterial="softEdge">
              <a:bevelT w="25400" h="25400"/>
            </a:sp3d>
          </a:bodyPr>
          <a:lstStyle>
            <a:extLst/>
          </a:lstStyle>
          <a:p>
            <a:r>
              <a:rPr kumimoji="0" lang="en-US" smtClean="0"/>
              <a:t>Click to edit Master title style</a:t>
            </a:r>
            <a:endParaRPr kumimoji="0" lang="en-US"/>
          </a:p>
        </p:txBody>
      </p:sp>
      <p:sp>
        <p:nvSpPr>
          <p:cNvPr id="30" name="Text Placeholder 29"/>
          <p:cNvSpPr>
            <a:spLocks noGrp="1"/>
          </p:cNvSpPr>
          <p:nvPr>
            <p:ph type="body" idx="1"/>
          </p:nvPr>
        </p:nvSpPr>
        <p:spPr>
          <a:xfrm>
            <a:off x="457200" y="1481328"/>
            <a:ext cx="8229600" cy="4525963"/>
          </a:xfrm>
          <a:prstGeom prst="rect">
            <a:avLst/>
          </a:prstGeom>
        </p:spPr>
        <p:txBody>
          <a:bodyPr vert="horz">
            <a:normAutofit/>
          </a:bodyPr>
          <a:lstStyle>
            <a:extLst/>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10" name="Date Placeholder 9"/>
          <p:cNvSpPr>
            <a:spLocks noGrp="1"/>
          </p:cNvSpPr>
          <p:nvPr>
            <p:ph type="dt" sz="half" idx="2"/>
          </p:nvPr>
        </p:nvSpPr>
        <p:spPr>
          <a:xfrm>
            <a:off x="6727032" y="6407944"/>
            <a:ext cx="1920240" cy="365760"/>
          </a:xfrm>
          <a:prstGeom prst="rect">
            <a:avLst/>
          </a:prstGeom>
        </p:spPr>
        <p:txBody>
          <a:bodyPr vert="horz" anchor="b"/>
          <a:lstStyle>
            <a:lvl1pPr algn="l" eaLnBrk="1" latinLnBrk="0" hangingPunct="1">
              <a:defRPr kumimoji="0" sz="1000">
                <a:solidFill>
                  <a:schemeClr val="tx1"/>
                </a:solidFill>
              </a:defRPr>
            </a:lvl1pPr>
            <a:extLst/>
          </a:lstStyle>
          <a:p>
            <a:fld id="{2A3FF7E0-1C1F-4CEA-96DC-3A10841CD7D9}" type="datetimeFigureOut">
              <a:rPr lang="en-US" smtClean="0"/>
              <a:t>3/15/2026</a:t>
            </a:fld>
            <a:endParaRPr lang="en-US"/>
          </a:p>
        </p:txBody>
      </p:sp>
      <p:sp>
        <p:nvSpPr>
          <p:cNvPr id="22" name="Footer Placeholder 21"/>
          <p:cNvSpPr>
            <a:spLocks noGrp="1"/>
          </p:cNvSpPr>
          <p:nvPr>
            <p:ph type="ftr" sz="quarter" idx="3"/>
          </p:nvPr>
        </p:nvSpPr>
        <p:spPr>
          <a:xfrm>
            <a:off x="4380072" y="6407944"/>
            <a:ext cx="2350681" cy="365125"/>
          </a:xfrm>
          <a:prstGeom prst="rect">
            <a:avLst/>
          </a:prstGeom>
        </p:spPr>
        <p:txBody>
          <a:bodyPr vert="horz" anchor="b"/>
          <a:lstStyle>
            <a:lvl1pPr algn="r" eaLnBrk="1" latinLnBrk="0" hangingPunct="1">
              <a:defRPr kumimoji="0" sz="1000">
                <a:solidFill>
                  <a:schemeClr val="tx1"/>
                </a:solidFill>
              </a:defRPr>
            </a:lvl1pPr>
            <a:extLst/>
          </a:lstStyle>
          <a:p>
            <a:endParaRPr lang="en-US"/>
          </a:p>
        </p:txBody>
      </p:sp>
      <p:sp>
        <p:nvSpPr>
          <p:cNvPr id="18" name="Slide Number Placeholder 17"/>
          <p:cNvSpPr>
            <a:spLocks noGrp="1"/>
          </p:cNvSpPr>
          <p:nvPr>
            <p:ph type="sldNum" sz="quarter" idx="4"/>
          </p:nvPr>
        </p:nvSpPr>
        <p:spPr>
          <a:xfrm>
            <a:off x="8647272" y="6407944"/>
            <a:ext cx="365760" cy="365125"/>
          </a:xfrm>
          <a:prstGeom prst="rect">
            <a:avLst/>
          </a:prstGeom>
        </p:spPr>
        <p:txBody>
          <a:bodyPr vert="horz" anchor="b"/>
          <a:lstStyle>
            <a:lvl1pPr algn="r" eaLnBrk="1" latinLnBrk="0" hangingPunct="1">
              <a:defRPr kumimoji="0" sz="1000" b="0">
                <a:solidFill>
                  <a:schemeClr val="tx1"/>
                </a:solidFill>
              </a:defRPr>
            </a:lvl1pPr>
            <a:extLst/>
          </a:lstStyle>
          <a:p>
            <a:fld id="{7AF8E202-54FA-4D19-BB7D-5DDA98515D54}"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rtl="0" eaLnBrk="1" latinLnBrk="0" hangingPunct="1">
        <a:spcBef>
          <a:spcPct val="0"/>
        </a:spcBef>
        <a:buNone/>
        <a:defRPr kumimoji="0" sz="4100" b="1" kern="1200">
          <a:solidFill>
            <a:schemeClr val="tx2"/>
          </a:solidFill>
          <a:effectLst>
            <a:outerShdw blurRad="31750" dist="25400" dir="5400000" algn="tl" rotWithShape="0">
              <a:srgbClr val="000000">
                <a:alpha val="25000"/>
              </a:srgbClr>
            </a:outerShdw>
          </a:effectLst>
          <a:latin typeface="+mj-lt"/>
          <a:ea typeface="+mj-ea"/>
          <a:cs typeface="+mj-cs"/>
        </a:defRPr>
      </a:lvl1pPr>
      <a:extLst/>
    </p:titleStyle>
    <p:bodyStyle>
      <a:lvl1pPr marL="365760" indent="-256032" algn="l" rtl="0" eaLnBrk="1" latinLnBrk="0" hangingPunct="1">
        <a:spcBef>
          <a:spcPts val="400"/>
        </a:spcBef>
        <a:spcAft>
          <a:spcPts val="0"/>
        </a:spcAft>
        <a:buClr>
          <a:schemeClr val="accent1"/>
        </a:buClr>
        <a:buSzPct val="68000"/>
        <a:buFont typeface="Wingdings 3"/>
        <a:buChar char=""/>
        <a:defRPr kumimoji="0" sz="2700" kern="1200">
          <a:solidFill>
            <a:schemeClr val="tx1"/>
          </a:solidFill>
          <a:latin typeface="+mn-lt"/>
          <a:ea typeface="+mn-ea"/>
          <a:cs typeface="+mn-cs"/>
        </a:defRPr>
      </a:lvl1pPr>
      <a:lvl2pPr marL="621792" indent="-228600" algn="l" rtl="0" eaLnBrk="1" latinLnBrk="0" hangingPunct="1">
        <a:spcBef>
          <a:spcPts val="324"/>
        </a:spcBef>
        <a:buClr>
          <a:schemeClr val="accent1"/>
        </a:buClr>
        <a:buFont typeface="Verdana"/>
        <a:buChar char="◦"/>
        <a:defRPr kumimoji="0" sz="2300" kern="1200">
          <a:solidFill>
            <a:schemeClr val="tx1"/>
          </a:solidFill>
          <a:latin typeface="+mn-lt"/>
          <a:ea typeface="+mn-ea"/>
          <a:cs typeface="+mn-cs"/>
        </a:defRPr>
      </a:lvl2pPr>
      <a:lvl3pPr marL="859536" indent="-228600" algn="l" rtl="0" eaLnBrk="1" latinLnBrk="0" hangingPunct="1">
        <a:spcBef>
          <a:spcPts val="350"/>
        </a:spcBef>
        <a:buClr>
          <a:schemeClr val="accent2"/>
        </a:buClr>
        <a:buSzPct val="100000"/>
        <a:buFont typeface="Wingdings 2"/>
        <a:buChar char=""/>
        <a:defRPr kumimoji="0" sz="2100" kern="1200">
          <a:solidFill>
            <a:schemeClr val="tx1"/>
          </a:solidFill>
          <a:latin typeface="+mn-lt"/>
          <a:ea typeface="+mn-ea"/>
          <a:cs typeface="+mn-cs"/>
        </a:defRPr>
      </a:lvl3pPr>
      <a:lvl4pPr marL="1143000" indent="-228600" algn="l" rtl="0" eaLnBrk="1" latinLnBrk="0" hangingPunct="1">
        <a:spcBef>
          <a:spcPts val="350"/>
        </a:spcBef>
        <a:buClr>
          <a:schemeClr val="accent2"/>
        </a:buClr>
        <a:buFont typeface="Wingdings 2"/>
        <a:buChar char=""/>
        <a:defRPr kumimoji="0" sz="1900" kern="1200">
          <a:solidFill>
            <a:schemeClr val="tx1"/>
          </a:solidFill>
          <a:latin typeface="+mn-lt"/>
          <a:ea typeface="+mn-ea"/>
          <a:cs typeface="+mn-cs"/>
        </a:defRPr>
      </a:lvl4pPr>
      <a:lvl5pPr marL="1371600" indent="-228600" algn="l" rtl="0" eaLnBrk="1" latinLnBrk="0" hangingPunct="1">
        <a:spcBef>
          <a:spcPts val="350"/>
        </a:spcBef>
        <a:buClr>
          <a:schemeClr val="accent2"/>
        </a:buClr>
        <a:buFont typeface="Wingdings 2"/>
        <a:buChar char=""/>
        <a:defRPr kumimoji="0" sz="1800" kern="1200">
          <a:solidFill>
            <a:schemeClr val="tx1"/>
          </a:solidFill>
          <a:latin typeface="+mn-lt"/>
          <a:ea typeface="+mn-ea"/>
          <a:cs typeface="+mn-cs"/>
        </a:defRPr>
      </a:lvl5pPr>
      <a:lvl6pPr marL="1600200" indent="-228600" algn="l" rtl="0" eaLnBrk="1" latinLnBrk="0" hangingPunct="1">
        <a:spcBef>
          <a:spcPts val="350"/>
        </a:spcBef>
        <a:buClr>
          <a:schemeClr val="accent3"/>
        </a:buClr>
        <a:buFont typeface="Wingdings 2"/>
        <a:buChar char=""/>
        <a:defRPr kumimoji="0" sz="1800" kern="1200">
          <a:solidFill>
            <a:schemeClr val="tx1"/>
          </a:solidFill>
          <a:latin typeface="+mn-lt"/>
          <a:ea typeface="+mn-ea"/>
          <a:cs typeface="+mn-cs"/>
        </a:defRPr>
      </a:lvl6pPr>
      <a:lvl7pPr marL="1828800" indent="-228600" algn="l" rtl="0" eaLnBrk="1" latinLnBrk="0" hangingPunct="1">
        <a:spcBef>
          <a:spcPts val="350"/>
        </a:spcBef>
        <a:buClr>
          <a:schemeClr val="accent3"/>
        </a:buClr>
        <a:buFont typeface="Wingdings 2"/>
        <a:buChar char=""/>
        <a:defRPr kumimoji="0" sz="1600" kern="1200">
          <a:solidFill>
            <a:schemeClr val="tx1"/>
          </a:solidFill>
          <a:latin typeface="+mn-lt"/>
          <a:ea typeface="+mn-ea"/>
          <a:cs typeface="+mn-cs"/>
        </a:defRPr>
      </a:lvl7pPr>
      <a:lvl8pPr marL="2057400" indent="-228600" algn="l" rtl="0" eaLnBrk="1" latinLnBrk="0" hangingPunct="1">
        <a:spcBef>
          <a:spcPts val="350"/>
        </a:spcBef>
        <a:buClr>
          <a:schemeClr val="accent3"/>
        </a:buClr>
        <a:buFont typeface="Wingdings 2"/>
        <a:buChar char=""/>
        <a:defRPr kumimoji="0" sz="1600" kern="1200">
          <a:solidFill>
            <a:schemeClr val="tx1"/>
          </a:solidFill>
          <a:latin typeface="+mn-lt"/>
          <a:ea typeface="+mn-ea"/>
          <a:cs typeface="+mn-cs"/>
        </a:defRPr>
      </a:lvl8pPr>
      <a:lvl9pPr marL="2286000" indent="-228600" algn="l" rtl="0" eaLnBrk="1" latinLnBrk="0" hangingPunct="1">
        <a:spcBef>
          <a:spcPts val="350"/>
        </a:spcBef>
        <a:buClr>
          <a:schemeClr val="accent3"/>
        </a:buClr>
        <a:buFont typeface="Wingdings 2"/>
        <a:buChar char=""/>
        <a:defRPr kumimoji="0" sz="16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err="1" smtClean="0"/>
              <a:t>Weilliptic</a:t>
            </a:r>
            <a:r>
              <a:rPr lang="en-US" dirty="0" smtClean="0"/>
              <a:t> </a:t>
            </a:r>
            <a:r>
              <a:rPr lang="en-US" dirty="0" err="1" smtClean="0"/>
              <a:t>Hackathon</a:t>
            </a:r>
            <a:endParaRPr lang="en-US" dirty="0"/>
          </a:p>
        </p:txBody>
      </p:sp>
      <p:sp>
        <p:nvSpPr>
          <p:cNvPr id="3" name="Subtitle 2"/>
          <p:cNvSpPr>
            <a:spLocks noGrp="1"/>
          </p:cNvSpPr>
          <p:nvPr>
            <p:ph type="subTitle" idx="1"/>
          </p:nvPr>
        </p:nvSpPr>
        <p:spPr/>
        <p:txBody>
          <a:bodyPr>
            <a:normAutofit fontScale="70000" lnSpcReduction="20000"/>
          </a:bodyPr>
          <a:lstStyle/>
          <a:p>
            <a:r>
              <a:rPr lang="en-US" dirty="0" smtClean="0"/>
              <a:t>Team </a:t>
            </a:r>
            <a:r>
              <a:rPr lang="en-US" dirty="0" err="1" smtClean="0"/>
              <a:t>AgenticX</a:t>
            </a:r>
            <a:endParaRPr lang="en-US" dirty="0" smtClean="0"/>
          </a:p>
          <a:p>
            <a:r>
              <a:rPr lang="en-US" smtClean="0"/>
              <a:t>Team Members:-</a:t>
            </a:r>
            <a:endParaRPr lang="en-US" dirty="0" smtClean="0"/>
          </a:p>
          <a:p>
            <a:r>
              <a:rPr lang="en-US" dirty="0" err="1" smtClean="0"/>
              <a:t>Prodduturi</a:t>
            </a:r>
            <a:r>
              <a:rPr lang="en-US" dirty="0" smtClean="0"/>
              <a:t> </a:t>
            </a:r>
            <a:r>
              <a:rPr lang="en-US" dirty="0" err="1" smtClean="0"/>
              <a:t>Aditi</a:t>
            </a:r>
            <a:r>
              <a:rPr lang="en-US" dirty="0" smtClean="0"/>
              <a:t> Reddy</a:t>
            </a:r>
          </a:p>
          <a:p>
            <a:r>
              <a:rPr lang="en-US" dirty="0" err="1" smtClean="0"/>
              <a:t>Battina</a:t>
            </a:r>
            <a:r>
              <a:rPr lang="en-US" dirty="0" smtClean="0"/>
              <a:t> </a:t>
            </a:r>
            <a:r>
              <a:rPr lang="en-US" dirty="0" err="1" smtClean="0"/>
              <a:t>Pavani</a:t>
            </a:r>
            <a:r>
              <a:rPr lang="en-US" dirty="0" smtClean="0"/>
              <a:t> </a:t>
            </a:r>
            <a:r>
              <a:rPr lang="en-US" dirty="0" err="1" smtClean="0"/>
              <a:t>Venkata</a:t>
            </a:r>
            <a:r>
              <a:rPr lang="en-US" dirty="0" smtClean="0"/>
              <a:t> </a:t>
            </a:r>
            <a:r>
              <a:rPr lang="en-US" dirty="0" err="1" smtClean="0"/>
              <a:t>Mallika</a:t>
            </a:r>
            <a:endParaRPr lang="en-US" dirty="0" smtClean="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1. Using Cerebrum Weil crate to write agents including human-in-the-loop </a:t>
            </a:r>
            <a:endParaRPr lang="en-US" dirty="0" smtClean="0"/>
          </a:p>
          <a:p>
            <a:r>
              <a:rPr lang="en-US" dirty="0" smtClean="0"/>
              <a:t>2</a:t>
            </a:r>
            <a:r>
              <a:rPr lang="en-US" dirty="0" smtClean="0"/>
              <a:t>. Use external </a:t>
            </a:r>
            <a:r>
              <a:rPr lang="en-US" dirty="0" err="1" smtClean="0"/>
              <a:t>agentic</a:t>
            </a:r>
            <a:r>
              <a:rPr lang="en-US" dirty="0" smtClean="0"/>
              <a:t> framework like </a:t>
            </a:r>
            <a:r>
              <a:rPr lang="en-US" dirty="0" err="1" smtClean="0"/>
              <a:t>Langchain</a:t>
            </a:r>
            <a:r>
              <a:rPr lang="en-US" dirty="0" smtClean="0"/>
              <a:t> or Google ADK and add </a:t>
            </a:r>
            <a:r>
              <a:rPr lang="en-US" dirty="0" err="1" smtClean="0"/>
              <a:t>Weilliptic</a:t>
            </a:r>
            <a:r>
              <a:rPr lang="en-US" dirty="0" smtClean="0"/>
              <a:t> audit logging into the mix </a:t>
            </a:r>
            <a:endParaRPr lang="en-US" dirty="0" smtClean="0"/>
          </a:p>
          <a:p>
            <a:r>
              <a:rPr lang="en-US" dirty="0" smtClean="0"/>
              <a:t>3</a:t>
            </a:r>
            <a:r>
              <a:rPr lang="en-US" dirty="0" smtClean="0"/>
              <a:t>. Develop e-commerce application, deploy on </a:t>
            </a:r>
            <a:r>
              <a:rPr lang="en-US" dirty="0" err="1" smtClean="0"/>
              <a:t>Weilchain</a:t>
            </a:r>
            <a:r>
              <a:rPr lang="en-US" dirty="0" smtClean="0"/>
              <a:t> and leverage stable coin infrastructure of the </a:t>
            </a:r>
            <a:r>
              <a:rPr lang="en-US" dirty="0" err="1" smtClean="0"/>
              <a:t>Weilchain</a:t>
            </a:r>
            <a:r>
              <a:rPr lang="en-US" dirty="0" smtClean="0"/>
              <a:t> </a:t>
            </a:r>
            <a:endParaRPr lang="en-US" dirty="0" smtClean="0"/>
          </a:p>
          <a:p>
            <a:pPr>
              <a:buNone/>
            </a:pPr>
            <a:r>
              <a:rPr lang="en-US" b="1" dirty="0" smtClean="0"/>
              <a:t>Solution/</a:t>
            </a:r>
            <a:r>
              <a:rPr lang="en-US" b="1" dirty="0" err="1" smtClean="0"/>
              <a:t>Hackathon</a:t>
            </a:r>
            <a:r>
              <a:rPr lang="en-US" b="1" dirty="0" smtClean="0"/>
              <a:t> Idea:-</a:t>
            </a:r>
          </a:p>
          <a:p>
            <a:pPr>
              <a:buNone/>
            </a:pPr>
            <a:r>
              <a:rPr lang="en-US" dirty="0" smtClean="0"/>
              <a:t>Autonomous </a:t>
            </a:r>
            <a:r>
              <a:rPr lang="en-US" dirty="0" err="1" smtClean="0"/>
              <a:t>Dropshipping</a:t>
            </a:r>
            <a:r>
              <a:rPr lang="en-US" dirty="0" smtClean="0"/>
              <a:t> Agent on </a:t>
            </a:r>
            <a:r>
              <a:rPr lang="en-US" dirty="0" err="1" smtClean="0"/>
              <a:t>WeilChain</a:t>
            </a:r>
            <a:r>
              <a:rPr lang="en-US" dirty="0" smtClean="0"/>
              <a:t> </a:t>
            </a:r>
            <a:endParaRPr lang="en-US" b="1" dirty="0"/>
          </a:p>
        </p:txBody>
      </p:sp>
      <p:sp>
        <p:nvSpPr>
          <p:cNvPr id="3" name="Title 2"/>
          <p:cNvSpPr>
            <a:spLocks noGrp="1"/>
          </p:cNvSpPr>
          <p:nvPr>
            <p:ph type="title"/>
          </p:nvPr>
        </p:nvSpPr>
        <p:spPr/>
        <p:txBody>
          <a:bodyPr/>
          <a:lstStyle/>
          <a:p>
            <a:r>
              <a:rPr lang="en-US" dirty="0" smtClean="0"/>
              <a:t>Problem Statement</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57200" y="1481328"/>
            <a:ext cx="8229600" cy="4995672"/>
          </a:xfrm>
        </p:spPr>
        <p:txBody>
          <a:bodyPr>
            <a:normAutofit fontScale="85000" lnSpcReduction="20000"/>
          </a:bodyPr>
          <a:lstStyle/>
          <a:p>
            <a:r>
              <a:rPr lang="en-US" dirty="0" smtClean="0"/>
              <a:t>This project implements an AI-powered autonomous </a:t>
            </a:r>
            <a:r>
              <a:rPr lang="en-US" dirty="0" err="1" smtClean="0"/>
              <a:t>dropshipping</a:t>
            </a:r>
            <a:r>
              <a:rPr lang="en-US" dirty="0" smtClean="0"/>
              <a:t> system that integrates AI agents, a Rust-based </a:t>
            </a:r>
            <a:r>
              <a:rPr lang="en-US" dirty="0" err="1" smtClean="0"/>
              <a:t>StepAgent</a:t>
            </a:r>
            <a:r>
              <a:rPr lang="en-US" dirty="0" smtClean="0"/>
              <a:t> deployed on </a:t>
            </a:r>
            <a:r>
              <a:rPr lang="en-US" dirty="0" err="1" smtClean="0"/>
              <a:t>WeilChain</a:t>
            </a:r>
            <a:r>
              <a:rPr lang="en-US" dirty="0" smtClean="0"/>
              <a:t>, and a web-based interface to automate supplier selection, order approval, and payment workflows. </a:t>
            </a:r>
            <a:endParaRPr lang="en-US" dirty="0" smtClean="0"/>
          </a:p>
          <a:p>
            <a:r>
              <a:rPr lang="en-US" dirty="0" smtClean="0"/>
              <a:t>The </a:t>
            </a:r>
            <a:r>
              <a:rPr lang="en-US" dirty="0" smtClean="0"/>
              <a:t>system demonstrates how intelligent agents and </a:t>
            </a:r>
            <a:r>
              <a:rPr lang="en-US" dirty="0" err="1" smtClean="0"/>
              <a:t>blockchain</a:t>
            </a:r>
            <a:r>
              <a:rPr lang="en-US" dirty="0" smtClean="0"/>
              <a:t>-based workflow execution can automate e-commerce operations while maintaining human oversight and </a:t>
            </a:r>
            <a:r>
              <a:rPr lang="en-US" dirty="0" err="1" smtClean="0"/>
              <a:t>auditability</a:t>
            </a:r>
            <a:r>
              <a:rPr lang="en-US" dirty="0" smtClean="0"/>
              <a:t>.</a:t>
            </a:r>
          </a:p>
          <a:p>
            <a:r>
              <a:rPr lang="en-US" dirty="0" smtClean="0"/>
              <a:t> </a:t>
            </a:r>
            <a:r>
              <a:rPr lang="en-US" dirty="0" smtClean="0"/>
              <a:t>The project consists of three major components: 1. Frontend (React + </a:t>
            </a:r>
            <a:r>
              <a:rPr lang="en-US" dirty="0" err="1" smtClean="0"/>
              <a:t>Vite</a:t>
            </a:r>
            <a:r>
              <a:rPr lang="en-US" dirty="0" smtClean="0"/>
              <a:t>) – Customer and Admin dashboards </a:t>
            </a:r>
            <a:endParaRPr lang="en-US" dirty="0" smtClean="0"/>
          </a:p>
          <a:p>
            <a:r>
              <a:rPr lang="en-US" dirty="0" smtClean="0"/>
              <a:t>2</a:t>
            </a:r>
            <a:r>
              <a:rPr lang="en-US" dirty="0" smtClean="0"/>
              <a:t>. Backend (</a:t>
            </a:r>
            <a:r>
              <a:rPr lang="en-US" dirty="0" err="1" smtClean="0"/>
              <a:t>FastAPI</a:t>
            </a:r>
            <a:r>
              <a:rPr lang="en-US" dirty="0" smtClean="0"/>
              <a:t> + Python AI agent) – Order orchestration and supplier </a:t>
            </a:r>
            <a:r>
              <a:rPr lang="en-US" dirty="0" smtClean="0"/>
              <a:t>selection</a:t>
            </a:r>
          </a:p>
          <a:p>
            <a:r>
              <a:rPr lang="en-US" dirty="0" smtClean="0"/>
              <a:t> </a:t>
            </a:r>
            <a:r>
              <a:rPr lang="en-US" dirty="0" smtClean="0"/>
              <a:t>3. Rust </a:t>
            </a:r>
            <a:r>
              <a:rPr lang="en-US" dirty="0" err="1" smtClean="0"/>
              <a:t>StepAgent</a:t>
            </a:r>
            <a:r>
              <a:rPr lang="en-US" dirty="0" smtClean="0"/>
              <a:t> (</a:t>
            </a:r>
            <a:r>
              <a:rPr lang="en-US" dirty="0" err="1" smtClean="0"/>
              <a:t>WeilChain</a:t>
            </a:r>
            <a:r>
              <a:rPr lang="en-US" dirty="0" smtClean="0"/>
              <a:t>) – Secure workflow execution and approval logic </a:t>
            </a:r>
            <a:endParaRPr lang="en-US" dirty="0"/>
          </a:p>
        </p:txBody>
      </p:sp>
      <p:sp>
        <p:nvSpPr>
          <p:cNvPr id="3" name="Title 2"/>
          <p:cNvSpPr>
            <a:spLocks noGrp="1"/>
          </p:cNvSpPr>
          <p:nvPr>
            <p:ph type="title"/>
          </p:nvPr>
        </p:nvSpPr>
        <p:spPr/>
        <p:txBody>
          <a:bodyPr/>
          <a:lstStyle/>
          <a:p>
            <a:r>
              <a:rPr lang="en-US" dirty="0" smtClean="0"/>
              <a:t>Overview</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47500" lnSpcReduction="20000"/>
          </a:bodyPr>
          <a:lstStyle/>
          <a:p>
            <a:r>
              <a:rPr lang="en-US" dirty="0" smtClean="0"/>
              <a:t> User</a:t>
            </a:r>
          </a:p>
          <a:p>
            <a:r>
              <a:rPr lang="en-US" dirty="0" smtClean="0"/>
              <a:t>         │</a:t>
            </a:r>
          </a:p>
          <a:p>
            <a:r>
              <a:rPr lang="en-US" dirty="0" smtClean="0"/>
              <a:t>         ▼</a:t>
            </a:r>
          </a:p>
          <a:p>
            <a:r>
              <a:rPr lang="en-US" dirty="0" smtClean="0"/>
              <a:t>   React Frontend</a:t>
            </a:r>
          </a:p>
          <a:p>
            <a:r>
              <a:rPr lang="en-US" dirty="0" smtClean="0"/>
              <a:t>(Customer + Admin UI)</a:t>
            </a:r>
          </a:p>
          <a:p>
            <a:r>
              <a:rPr lang="en-US" dirty="0" smtClean="0"/>
              <a:t>         │</a:t>
            </a:r>
          </a:p>
          <a:p>
            <a:r>
              <a:rPr lang="en-US" dirty="0" smtClean="0"/>
              <a:t>         ▼</a:t>
            </a:r>
          </a:p>
          <a:p>
            <a:r>
              <a:rPr lang="en-US" dirty="0" smtClean="0"/>
              <a:t>   </a:t>
            </a:r>
            <a:r>
              <a:rPr lang="en-US" dirty="0" err="1" smtClean="0"/>
              <a:t>FastAPI</a:t>
            </a:r>
            <a:r>
              <a:rPr lang="en-US" dirty="0" smtClean="0"/>
              <a:t> Backend</a:t>
            </a:r>
          </a:p>
          <a:p>
            <a:r>
              <a:rPr lang="en-US" dirty="0" smtClean="0"/>
              <a:t>     (API Layer)</a:t>
            </a:r>
          </a:p>
          <a:p>
            <a:r>
              <a:rPr lang="en-US" dirty="0" smtClean="0"/>
              <a:t>         │</a:t>
            </a:r>
          </a:p>
          <a:p>
            <a:r>
              <a:rPr lang="en-US" dirty="0" smtClean="0"/>
              <a:t>         ▼</a:t>
            </a:r>
          </a:p>
          <a:p>
            <a:r>
              <a:rPr lang="en-US" dirty="0" smtClean="0"/>
              <a:t>     AI Agent</a:t>
            </a:r>
          </a:p>
          <a:p>
            <a:r>
              <a:rPr lang="en-US" dirty="0" smtClean="0"/>
              <a:t> (Supplier Selection)</a:t>
            </a:r>
          </a:p>
          <a:p>
            <a:r>
              <a:rPr lang="en-US" dirty="0" smtClean="0"/>
              <a:t>         │</a:t>
            </a:r>
          </a:p>
          <a:p>
            <a:r>
              <a:rPr lang="en-US" dirty="0" smtClean="0"/>
              <a:t>         ▼</a:t>
            </a:r>
          </a:p>
          <a:p>
            <a:r>
              <a:rPr lang="en-US" dirty="0" smtClean="0"/>
              <a:t>   Rust </a:t>
            </a:r>
            <a:r>
              <a:rPr lang="en-US" dirty="0" err="1" smtClean="0"/>
              <a:t>StepAgent</a:t>
            </a:r>
            <a:endParaRPr lang="en-US" dirty="0" smtClean="0"/>
          </a:p>
          <a:p>
            <a:r>
              <a:rPr lang="en-US" dirty="0" smtClean="0"/>
              <a:t>   (Smart Contract)</a:t>
            </a:r>
          </a:p>
          <a:p>
            <a:r>
              <a:rPr lang="en-US" dirty="0" smtClean="0"/>
              <a:t>         │</a:t>
            </a:r>
          </a:p>
          <a:p>
            <a:r>
              <a:rPr lang="en-US" dirty="0" smtClean="0"/>
              <a:t>         ▼</a:t>
            </a:r>
          </a:p>
          <a:p>
            <a:r>
              <a:rPr lang="en-US" dirty="0" smtClean="0"/>
              <a:t>      </a:t>
            </a:r>
            <a:r>
              <a:rPr lang="en-US" dirty="0" err="1" smtClean="0"/>
              <a:t>Weilchain</a:t>
            </a:r>
            <a:endParaRPr lang="en-US" dirty="0" smtClean="0"/>
          </a:p>
          <a:p>
            <a:r>
              <a:rPr lang="en-US" dirty="0" smtClean="0"/>
              <a:t>   </a:t>
            </a:r>
            <a:r>
              <a:rPr lang="en-US" dirty="0" err="1" smtClean="0"/>
              <a:t>Blockchain</a:t>
            </a:r>
            <a:r>
              <a:rPr lang="en-US" dirty="0" smtClean="0"/>
              <a:t> + WUSD</a:t>
            </a:r>
            <a:endParaRPr lang="en-US" dirty="0"/>
          </a:p>
        </p:txBody>
      </p:sp>
      <p:sp>
        <p:nvSpPr>
          <p:cNvPr id="3" name="Title 2"/>
          <p:cNvSpPr>
            <a:spLocks noGrp="1"/>
          </p:cNvSpPr>
          <p:nvPr>
            <p:ph type="title"/>
          </p:nvPr>
        </p:nvSpPr>
        <p:spPr/>
        <p:txBody>
          <a:bodyPr/>
          <a:lstStyle/>
          <a:p>
            <a:r>
              <a:rPr lang="en-US" dirty="0" smtClean="0"/>
              <a:t>System Architecture</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20000"/>
          </a:bodyPr>
          <a:lstStyle/>
          <a:p>
            <a:pPr>
              <a:buNone/>
            </a:pPr>
            <a:r>
              <a:rPr lang="en-US" dirty="0" smtClean="0"/>
              <a:t>The frontend provides two interfaces: </a:t>
            </a:r>
            <a:r>
              <a:rPr lang="en-US" dirty="0" smtClean="0"/>
              <a:t>Customer Store </a:t>
            </a:r>
            <a:r>
              <a:rPr lang="en-US" dirty="0" smtClean="0"/>
              <a:t>Customers can: </a:t>
            </a:r>
            <a:endParaRPr lang="en-US" dirty="0" smtClean="0"/>
          </a:p>
          <a:p>
            <a:r>
              <a:rPr lang="en-US" dirty="0" smtClean="0"/>
              <a:t> </a:t>
            </a:r>
            <a:r>
              <a:rPr lang="en-US" dirty="0" smtClean="0"/>
              <a:t>Browse products </a:t>
            </a:r>
            <a:endParaRPr lang="en-US" dirty="0" smtClean="0"/>
          </a:p>
          <a:p>
            <a:r>
              <a:rPr lang="en-US" dirty="0" smtClean="0"/>
              <a:t> </a:t>
            </a:r>
            <a:r>
              <a:rPr lang="en-US" dirty="0" smtClean="0"/>
              <a:t>Add items to cart </a:t>
            </a:r>
            <a:endParaRPr lang="en-US" dirty="0" smtClean="0"/>
          </a:p>
          <a:p>
            <a:r>
              <a:rPr lang="en-US" dirty="0" smtClean="0"/>
              <a:t> </a:t>
            </a:r>
            <a:r>
              <a:rPr lang="en-US" dirty="0" smtClean="0"/>
              <a:t>Create an order </a:t>
            </a:r>
            <a:endParaRPr lang="en-US" dirty="0" smtClean="0"/>
          </a:p>
          <a:p>
            <a:r>
              <a:rPr lang="en-US" dirty="0" smtClean="0"/>
              <a:t> </a:t>
            </a:r>
            <a:r>
              <a:rPr lang="en-US" dirty="0" smtClean="0"/>
              <a:t>Pay for approved orders </a:t>
            </a:r>
            <a:endParaRPr lang="en-US" dirty="0" smtClean="0"/>
          </a:p>
          <a:p>
            <a:pPr>
              <a:buNone/>
            </a:pPr>
            <a:r>
              <a:rPr lang="en-US" dirty="0" smtClean="0"/>
              <a:t>Admin </a:t>
            </a:r>
          </a:p>
          <a:p>
            <a:r>
              <a:rPr lang="en-US" dirty="0" smtClean="0"/>
              <a:t>The </a:t>
            </a:r>
            <a:r>
              <a:rPr lang="en-US" dirty="0" smtClean="0"/>
              <a:t>admin dashboard allows a human reviewer to</a:t>
            </a:r>
            <a:r>
              <a:rPr lang="en-US" dirty="0" smtClean="0"/>
              <a:t>:</a:t>
            </a:r>
          </a:p>
          <a:p>
            <a:r>
              <a:rPr lang="en-US" dirty="0" smtClean="0"/>
              <a:t> </a:t>
            </a:r>
            <a:r>
              <a:rPr lang="en-US" dirty="0" smtClean="0"/>
              <a:t>• view pending orders </a:t>
            </a:r>
            <a:endParaRPr lang="en-US" dirty="0" smtClean="0"/>
          </a:p>
          <a:p>
            <a:r>
              <a:rPr lang="en-US" dirty="0" smtClean="0"/>
              <a:t>• </a:t>
            </a:r>
            <a:r>
              <a:rPr lang="en-US" dirty="0" smtClean="0"/>
              <a:t>review supplier </a:t>
            </a:r>
            <a:r>
              <a:rPr lang="en-US" dirty="0" smtClean="0"/>
              <a:t>selection</a:t>
            </a:r>
          </a:p>
          <a:p>
            <a:r>
              <a:rPr lang="en-US" dirty="0" smtClean="0"/>
              <a:t> </a:t>
            </a:r>
            <a:r>
              <a:rPr lang="en-US" dirty="0" smtClean="0"/>
              <a:t>• approve or reject the order This is where the human-in-the-loop approval occurs.</a:t>
            </a:r>
            <a:endParaRPr lang="en-US" dirty="0"/>
          </a:p>
        </p:txBody>
      </p:sp>
      <p:sp>
        <p:nvSpPr>
          <p:cNvPr id="3" name="Title 2"/>
          <p:cNvSpPr>
            <a:spLocks noGrp="1"/>
          </p:cNvSpPr>
          <p:nvPr>
            <p:ph type="title"/>
          </p:nvPr>
        </p:nvSpPr>
        <p:spPr/>
        <p:txBody>
          <a:bodyPr/>
          <a:lstStyle/>
          <a:p>
            <a:r>
              <a:rPr lang="en-US" dirty="0" err="1" smtClean="0"/>
              <a:t>FrontEnd</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57200" y="1481328"/>
            <a:ext cx="8229600" cy="4919472"/>
          </a:xfrm>
        </p:spPr>
        <p:txBody>
          <a:bodyPr>
            <a:normAutofit fontScale="77500" lnSpcReduction="20000"/>
          </a:bodyPr>
          <a:lstStyle/>
          <a:p>
            <a:r>
              <a:rPr lang="en-US" dirty="0" smtClean="0"/>
              <a:t>The backend acts as the orchestrator of the entire workflow. </a:t>
            </a:r>
            <a:endParaRPr lang="en-US" dirty="0" smtClean="0"/>
          </a:p>
          <a:p>
            <a:r>
              <a:rPr lang="en-US" dirty="0" smtClean="0"/>
              <a:t>Responsibilities</a:t>
            </a:r>
            <a:r>
              <a:rPr lang="en-US" dirty="0" smtClean="0"/>
              <a:t>: </a:t>
            </a:r>
            <a:endParaRPr lang="en-US" dirty="0" smtClean="0"/>
          </a:p>
          <a:p>
            <a:r>
              <a:rPr lang="en-US" dirty="0" smtClean="0"/>
              <a:t>• </a:t>
            </a:r>
            <a:r>
              <a:rPr lang="en-US" dirty="0" smtClean="0"/>
              <a:t>Receive cart data from frontend </a:t>
            </a:r>
            <a:endParaRPr lang="en-US" dirty="0" smtClean="0"/>
          </a:p>
          <a:p>
            <a:r>
              <a:rPr lang="en-US" dirty="0" smtClean="0"/>
              <a:t>• </a:t>
            </a:r>
            <a:r>
              <a:rPr lang="en-US" dirty="0" smtClean="0"/>
              <a:t>call the AI supplier agent </a:t>
            </a:r>
            <a:endParaRPr lang="en-US" dirty="0" smtClean="0"/>
          </a:p>
          <a:p>
            <a:r>
              <a:rPr lang="en-US" dirty="0" smtClean="0"/>
              <a:t>• </a:t>
            </a:r>
            <a:r>
              <a:rPr lang="en-US" dirty="0" smtClean="0"/>
              <a:t>start the Rust </a:t>
            </a:r>
            <a:r>
              <a:rPr lang="en-US" dirty="0" err="1" smtClean="0"/>
              <a:t>StepAgent</a:t>
            </a:r>
            <a:r>
              <a:rPr lang="en-US" dirty="0" smtClean="0"/>
              <a:t> </a:t>
            </a:r>
            <a:r>
              <a:rPr lang="en-US" dirty="0" smtClean="0"/>
              <a:t>workflow</a:t>
            </a:r>
          </a:p>
          <a:p>
            <a:r>
              <a:rPr lang="en-US" dirty="0" smtClean="0"/>
              <a:t> </a:t>
            </a:r>
            <a:r>
              <a:rPr lang="en-US" dirty="0" smtClean="0"/>
              <a:t>• track order states </a:t>
            </a:r>
            <a:endParaRPr lang="en-US" dirty="0" smtClean="0"/>
          </a:p>
          <a:p>
            <a:r>
              <a:rPr lang="en-US" dirty="0" smtClean="0"/>
              <a:t>• </a:t>
            </a:r>
            <a:r>
              <a:rPr lang="en-US" dirty="0" smtClean="0"/>
              <a:t>handle human </a:t>
            </a:r>
            <a:r>
              <a:rPr lang="en-US" dirty="0" smtClean="0"/>
              <a:t>approvals</a:t>
            </a:r>
          </a:p>
          <a:p>
            <a:r>
              <a:rPr lang="en-US" dirty="0" smtClean="0"/>
              <a:t> </a:t>
            </a:r>
            <a:r>
              <a:rPr lang="en-US" dirty="0" smtClean="0"/>
              <a:t>• generate payment intents </a:t>
            </a:r>
            <a:endParaRPr lang="en-US" dirty="0" smtClean="0"/>
          </a:p>
          <a:p>
            <a:r>
              <a:rPr lang="en-US" dirty="0" smtClean="0"/>
              <a:t>• </a:t>
            </a:r>
            <a:r>
              <a:rPr lang="en-US" dirty="0" smtClean="0"/>
              <a:t>confirm </a:t>
            </a:r>
            <a:r>
              <a:rPr lang="en-US" dirty="0" smtClean="0"/>
              <a:t>payments</a:t>
            </a:r>
          </a:p>
          <a:p>
            <a:pPr>
              <a:buNone/>
            </a:pPr>
            <a:r>
              <a:rPr lang="en-US" dirty="0" smtClean="0"/>
              <a:t>AI Supplier Selection Agent (Python) </a:t>
            </a:r>
            <a:endParaRPr lang="en-US" dirty="0" smtClean="0"/>
          </a:p>
          <a:p>
            <a:r>
              <a:rPr lang="en-US" dirty="0" smtClean="0"/>
              <a:t>The </a:t>
            </a:r>
            <a:r>
              <a:rPr lang="en-US" dirty="0" smtClean="0"/>
              <a:t>supplier agent evaluates available suppliers and selects the best one based on price and shipping cost. The agent calculates and chooses the supplier with lowest total cost This introduces an AI-based decision step in the workflow </a:t>
            </a:r>
            <a:endParaRPr lang="en-US" dirty="0"/>
          </a:p>
        </p:txBody>
      </p:sp>
      <p:sp>
        <p:nvSpPr>
          <p:cNvPr id="3" name="Title 2"/>
          <p:cNvSpPr>
            <a:spLocks noGrp="1"/>
          </p:cNvSpPr>
          <p:nvPr>
            <p:ph type="title"/>
          </p:nvPr>
        </p:nvSpPr>
        <p:spPr/>
        <p:txBody>
          <a:bodyPr/>
          <a:lstStyle/>
          <a:p>
            <a:r>
              <a:rPr lang="en-US" dirty="0" smtClean="0"/>
              <a:t>Backend</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The </a:t>
            </a:r>
            <a:r>
              <a:rPr lang="en-US" dirty="0" smtClean="0"/>
              <a:t>core workflow logic runs inside a Rust smart contract agent deployed on </a:t>
            </a:r>
            <a:r>
              <a:rPr lang="en-US" dirty="0" err="1" smtClean="0"/>
              <a:t>WeilChain</a:t>
            </a:r>
            <a:r>
              <a:rPr lang="en-US" dirty="0" smtClean="0"/>
              <a:t> using the Cerebrum agent framework. </a:t>
            </a:r>
            <a:endParaRPr lang="en-US" dirty="0" smtClean="0"/>
          </a:p>
          <a:p>
            <a:r>
              <a:rPr lang="en-US" dirty="0" smtClean="0"/>
              <a:t>This </a:t>
            </a:r>
            <a:r>
              <a:rPr lang="en-US" dirty="0" smtClean="0"/>
              <a:t>agent executes a multi-step workflow state machine. </a:t>
            </a:r>
            <a:endParaRPr lang="en-US" dirty="0" smtClean="0"/>
          </a:p>
          <a:p>
            <a:r>
              <a:rPr lang="en-US" dirty="0" smtClean="0"/>
              <a:t>Workflow </a:t>
            </a:r>
            <a:r>
              <a:rPr lang="en-US" dirty="0" smtClean="0"/>
              <a:t>steps: </a:t>
            </a:r>
            <a:r>
              <a:rPr lang="en-US" dirty="0" err="1" smtClean="0"/>
              <a:t>CartReview</a:t>
            </a:r>
            <a:endParaRPr lang="en-US" dirty="0" smtClean="0"/>
          </a:p>
          <a:p>
            <a:r>
              <a:rPr lang="en-US" dirty="0" smtClean="0"/>
              <a:t> </a:t>
            </a:r>
            <a:r>
              <a:rPr lang="en-US" dirty="0" err="1" smtClean="0"/>
              <a:t>RiskCheck</a:t>
            </a:r>
            <a:r>
              <a:rPr lang="en-US" dirty="0" smtClean="0"/>
              <a:t> </a:t>
            </a:r>
            <a:endParaRPr lang="en-US" dirty="0" smtClean="0"/>
          </a:p>
          <a:p>
            <a:r>
              <a:rPr lang="en-US" dirty="0" err="1" smtClean="0"/>
              <a:t>HumanApproval</a:t>
            </a:r>
            <a:r>
              <a:rPr lang="en-US" dirty="0" smtClean="0"/>
              <a:t> </a:t>
            </a:r>
          </a:p>
          <a:p>
            <a:r>
              <a:rPr lang="en-US" dirty="0" err="1" smtClean="0"/>
              <a:t>PayWithWUSD</a:t>
            </a:r>
            <a:r>
              <a:rPr lang="en-US" dirty="0" smtClean="0"/>
              <a:t> </a:t>
            </a:r>
          </a:p>
          <a:p>
            <a:r>
              <a:rPr lang="en-US" dirty="0" err="1" smtClean="0"/>
              <a:t>PlaceSupplierOrder</a:t>
            </a:r>
            <a:r>
              <a:rPr lang="en-US" dirty="0" smtClean="0"/>
              <a:t> </a:t>
            </a:r>
            <a:r>
              <a:rPr lang="en-US" dirty="0" err="1" smtClean="0"/>
              <a:t>FulfillmentUpdate</a:t>
            </a:r>
            <a:r>
              <a:rPr lang="en-US" dirty="0" smtClean="0"/>
              <a:t> </a:t>
            </a:r>
            <a:endParaRPr lang="en-US" dirty="0"/>
          </a:p>
        </p:txBody>
      </p:sp>
      <p:sp>
        <p:nvSpPr>
          <p:cNvPr id="3" name="Title 2"/>
          <p:cNvSpPr>
            <a:spLocks noGrp="1"/>
          </p:cNvSpPr>
          <p:nvPr>
            <p:ph type="title"/>
          </p:nvPr>
        </p:nvSpPr>
        <p:spPr/>
        <p:txBody>
          <a:bodyPr>
            <a:normAutofit fontScale="90000"/>
          </a:bodyPr>
          <a:lstStyle/>
          <a:p>
            <a:r>
              <a:rPr lang="en-US" dirty="0" smtClean="0"/>
              <a:t>Rust Cerebrum </a:t>
            </a:r>
            <a:r>
              <a:rPr lang="en-US" dirty="0" err="1" smtClean="0"/>
              <a:t>StepAgent</a:t>
            </a:r>
            <a:r>
              <a:rPr lang="en-US" dirty="0" smtClean="0"/>
              <a:t> (</a:t>
            </a:r>
            <a:r>
              <a:rPr lang="en-US" dirty="0" err="1" smtClean="0"/>
              <a:t>WeilChain</a:t>
            </a:r>
            <a:r>
              <a:rPr lang="en-US" dirty="0" smtClean="0"/>
              <a:t>)</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The </a:t>
            </a:r>
            <a:r>
              <a:rPr lang="en-US" dirty="0" smtClean="0"/>
              <a:t>human approval mechanism is implemented using: </a:t>
            </a:r>
            <a:r>
              <a:rPr lang="en-US" dirty="0" err="1" smtClean="0"/>
              <a:t>RunStatus</a:t>
            </a:r>
            <a:r>
              <a:rPr lang="en-US" dirty="0" smtClean="0"/>
              <a:t>::</a:t>
            </a:r>
            <a:r>
              <a:rPr lang="en-US" dirty="0" smtClean="0"/>
              <a:t>Pending</a:t>
            </a:r>
          </a:p>
          <a:p>
            <a:r>
              <a:rPr lang="en-US" dirty="0" smtClean="0"/>
              <a:t> </a:t>
            </a:r>
            <a:r>
              <a:rPr lang="en-US" dirty="0" smtClean="0"/>
              <a:t>When the workflow reaches the </a:t>
            </a:r>
            <a:r>
              <a:rPr lang="en-US" dirty="0" err="1" smtClean="0"/>
              <a:t>HumanApproval</a:t>
            </a:r>
            <a:r>
              <a:rPr lang="en-US" dirty="0" smtClean="0"/>
              <a:t> step, the agent pauses execution. </a:t>
            </a:r>
            <a:r>
              <a:rPr lang="en-US" dirty="0" err="1" smtClean="0"/>
              <a:t>HumanApprovalState</a:t>
            </a:r>
            <a:r>
              <a:rPr lang="en-US" dirty="0" smtClean="0"/>
              <a:t> → </a:t>
            </a:r>
            <a:r>
              <a:rPr lang="en-US" dirty="0" err="1" smtClean="0"/>
              <a:t>RunStatus</a:t>
            </a:r>
            <a:r>
              <a:rPr lang="en-US" dirty="0" smtClean="0"/>
              <a:t>::</a:t>
            </a:r>
            <a:r>
              <a:rPr lang="en-US" dirty="0" smtClean="0"/>
              <a:t>Pending</a:t>
            </a:r>
          </a:p>
          <a:p>
            <a:r>
              <a:rPr lang="en-US" dirty="0" smtClean="0"/>
              <a:t> </a:t>
            </a:r>
            <a:r>
              <a:rPr lang="en-US" dirty="0" smtClean="0"/>
              <a:t>This signals that the workflow must wait for external input</a:t>
            </a:r>
            <a:r>
              <a:rPr lang="en-US" dirty="0" smtClean="0"/>
              <a:t>.</a:t>
            </a:r>
          </a:p>
          <a:p>
            <a:r>
              <a:rPr lang="en-US" dirty="0" smtClean="0"/>
              <a:t> </a:t>
            </a:r>
            <a:r>
              <a:rPr lang="en-US" dirty="0" smtClean="0"/>
              <a:t>The admin then reviews the order and clicks Approve.</a:t>
            </a:r>
            <a:endParaRPr lang="en-US" dirty="0"/>
          </a:p>
        </p:txBody>
      </p:sp>
      <p:sp>
        <p:nvSpPr>
          <p:cNvPr id="3" name="Title 2"/>
          <p:cNvSpPr>
            <a:spLocks noGrp="1"/>
          </p:cNvSpPr>
          <p:nvPr>
            <p:ph type="title"/>
          </p:nvPr>
        </p:nvSpPr>
        <p:spPr/>
        <p:txBody>
          <a:bodyPr/>
          <a:lstStyle/>
          <a:p>
            <a:r>
              <a:rPr lang="en-US" dirty="0" smtClean="0"/>
              <a:t>Human-in-the-Loop Approval</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After </a:t>
            </a:r>
            <a:r>
              <a:rPr lang="en-US" dirty="0" smtClean="0"/>
              <a:t>approval, the system creates a payment intent. The customer then pays using WUSD, the </a:t>
            </a:r>
            <a:r>
              <a:rPr lang="en-US" dirty="0" err="1" smtClean="0"/>
              <a:t>stablecoin</a:t>
            </a:r>
            <a:r>
              <a:rPr lang="en-US" dirty="0" smtClean="0"/>
              <a:t> on </a:t>
            </a:r>
            <a:r>
              <a:rPr lang="en-US" dirty="0" err="1" smtClean="0"/>
              <a:t>WeilChain</a:t>
            </a:r>
            <a:r>
              <a:rPr lang="en-US" dirty="0" smtClean="0"/>
              <a:t>. Once payment is confirmed the rust agent continues the </a:t>
            </a:r>
            <a:r>
              <a:rPr lang="en-US" dirty="0" smtClean="0"/>
              <a:t>workflow</a:t>
            </a:r>
          </a:p>
          <a:p>
            <a:pPr>
              <a:buNone/>
            </a:pPr>
            <a:endParaRPr lang="en-US" dirty="0"/>
          </a:p>
        </p:txBody>
      </p:sp>
      <p:sp>
        <p:nvSpPr>
          <p:cNvPr id="3" name="Title 2"/>
          <p:cNvSpPr>
            <a:spLocks noGrp="1"/>
          </p:cNvSpPr>
          <p:nvPr>
            <p:ph type="title"/>
          </p:nvPr>
        </p:nvSpPr>
        <p:spPr/>
        <p:txBody>
          <a:bodyPr>
            <a:normAutofit fontScale="90000"/>
          </a:bodyPr>
          <a:lstStyle/>
          <a:p>
            <a:r>
              <a:rPr lang="en-US" dirty="0" smtClean="0"/>
              <a:t>Payment Using WUSD </a:t>
            </a:r>
            <a:r>
              <a:rPr lang="en-US" dirty="0" err="1" smtClean="0"/>
              <a:t>Stablecoin</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57200" y="1481328"/>
            <a:ext cx="8229600" cy="4919472"/>
          </a:xfrm>
        </p:spPr>
        <p:txBody>
          <a:bodyPr>
            <a:normAutofit fontScale="70000" lnSpcReduction="20000"/>
          </a:bodyPr>
          <a:lstStyle/>
          <a:p>
            <a:pPr>
              <a:buNone/>
            </a:pPr>
            <a:r>
              <a:rPr lang="en-US" b="1" dirty="0" smtClean="0"/>
              <a:t>Frontend </a:t>
            </a:r>
            <a:endParaRPr lang="en-US" b="1" dirty="0" smtClean="0"/>
          </a:p>
          <a:p>
            <a:r>
              <a:rPr lang="en-US" dirty="0" smtClean="0"/>
              <a:t> </a:t>
            </a:r>
            <a:r>
              <a:rPr lang="en-US" dirty="0" smtClean="0"/>
              <a:t>React </a:t>
            </a:r>
            <a:endParaRPr lang="en-US" dirty="0" smtClean="0"/>
          </a:p>
          <a:p>
            <a:r>
              <a:rPr lang="en-US" dirty="0" err="1" smtClean="0"/>
              <a:t>TypeScript</a:t>
            </a:r>
            <a:r>
              <a:rPr lang="en-US" dirty="0" smtClean="0"/>
              <a:t> </a:t>
            </a:r>
          </a:p>
          <a:p>
            <a:r>
              <a:rPr lang="en-US" dirty="0" smtClean="0"/>
              <a:t> </a:t>
            </a:r>
            <a:r>
              <a:rPr lang="en-US" dirty="0" err="1" smtClean="0"/>
              <a:t>Vite</a:t>
            </a:r>
            <a:r>
              <a:rPr lang="en-US" dirty="0" smtClean="0"/>
              <a:t> </a:t>
            </a:r>
            <a:endParaRPr lang="en-US" dirty="0" smtClean="0"/>
          </a:p>
          <a:p>
            <a:pPr>
              <a:buNone/>
            </a:pPr>
            <a:r>
              <a:rPr lang="en-US" b="1" dirty="0" smtClean="0"/>
              <a:t>Backend </a:t>
            </a:r>
          </a:p>
          <a:p>
            <a:r>
              <a:rPr lang="en-US" dirty="0" smtClean="0"/>
              <a:t> </a:t>
            </a:r>
            <a:r>
              <a:rPr lang="en-US" dirty="0" err="1" smtClean="0"/>
              <a:t>FastAPI</a:t>
            </a:r>
            <a:r>
              <a:rPr lang="en-US" dirty="0" smtClean="0"/>
              <a:t> </a:t>
            </a:r>
            <a:endParaRPr lang="en-US" dirty="0" smtClean="0"/>
          </a:p>
          <a:p>
            <a:r>
              <a:rPr lang="en-US" dirty="0" smtClean="0"/>
              <a:t> </a:t>
            </a:r>
            <a:r>
              <a:rPr lang="en-US" dirty="0" smtClean="0"/>
              <a:t>Python </a:t>
            </a:r>
            <a:endParaRPr lang="en-US" dirty="0" smtClean="0"/>
          </a:p>
          <a:p>
            <a:r>
              <a:rPr lang="en-US" dirty="0" smtClean="0"/>
              <a:t> </a:t>
            </a:r>
            <a:r>
              <a:rPr lang="en-US" dirty="0" smtClean="0"/>
              <a:t>REST </a:t>
            </a:r>
            <a:r>
              <a:rPr lang="en-US" dirty="0" smtClean="0"/>
              <a:t>APIs</a:t>
            </a:r>
          </a:p>
          <a:p>
            <a:pPr>
              <a:buNone/>
            </a:pPr>
            <a:r>
              <a:rPr lang="en-US" b="1" dirty="0" smtClean="0"/>
              <a:t>AI </a:t>
            </a:r>
            <a:r>
              <a:rPr lang="en-US" b="1" dirty="0" smtClean="0"/>
              <a:t>Logic </a:t>
            </a:r>
            <a:endParaRPr lang="en-US" b="1" dirty="0" smtClean="0"/>
          </a:p>
          <a:p>
            <a:r>
              <a:rPr lang="en-US" dirty="0" smtClean="0"/>
              <a:t>custom supplier</a:t>
            </a:r>
          </a:p>
          <a:p>
            <a:r>
              <a:rPr lang="en-US" dirty="0" smtClean="0"/>
              <a:t> </a:t>
            </a:r>
            <a:r>
              <a:rPr lang="en-US" dirty="0" smtClean="0"/>
              <a:t>decision </a:t>
            </a:r>
            <a:r>
              <a:rPr lang="en-US" dirty="0" smtClean="0"/>
              <a:t>agent</a:t>
            </a:r>
          </a:p>
          <a:p>
            <a:r>
              <a:rPr lang="en-US" dirty="0" smtClean="0"/>
              <a:t> </a:t>
            </a:r>
            <a:r>
              <a:rPr lang="en-US" dirty="0" err="1" smtClean="0"/>
              <a:t>Blockchain</a:t>
            </a:r>
            <a:r>
              <a:rPr lang="en-US" dirty="0" smtClean="0"/>
              <a:t> Layer </a:t>
            </a:r>
            <a:endParaRPr lang="en-US" dirty="0" smtClean="0"/>
          </a:p>
          <a:p>
            <a:r>
              <a:rPr lang="en-US" dirty="0" err="1" smtClean="0"/>
              <a:t>WeilChain</a:t>
            </a:r>
            <a:r>
              <a:rPr lang="en-US" dirty="0" smtClean="0"/>
              <a:t> </a:t>
            </a:r>
          </a:p>
          <a:p>
            <a:r>
              <a:rPr lang="en-US" dirty="0" smtClean="0"/>
              <a:t>Cerebrum </a:t>
            </a:r>
            <a:r>
              <a:rPr lang="en-US" dirty="0" smtClean="0"/>
              <a:t>agent framework </a:t>
            </a:r>
            <a:endParaRPr lang="en-US" dirty="0" smtClean="0"/>
          </a:p>
          <a:p>
            <a:r>
              <a:rPr lang="en-US" dirty="0" smtClean="0"/>
              <a:t> </a:t>
            </a:r>
            <a:r>
              <a:rPr lang="en-US" dirty="0" smtClean="0"/>
              <a:t>Rust smart </a:t>
            </a:r>
            <a:r>
              <a:rPr lang="en-US" dirty="0" smtClean="0"/>
              <a:t>contract</a:t>
            </a:r>
          </a:p>
          <a:p>
            <a:pPr>
              <a:buNone/>
            </a:pPr>
            <a:r>
              <a:rPr lang="en-US" b="1" dirty="0" smtClean="0"/>
              <a:t> </a:t>
            </a:r>
            <a:r>
              <a:rPr lang="en-US" b="1" dirty="0" smtClean="0"/>
              <a:t>Payments </a:t>
            </a:r>
            <a:endParaRPr lang="en-US" b="1" dirty="0" smtClean="0"/>
          </a:p>
          <a:p>
            <a:r>
              <a:rPr lang="en-US" dirty="0" smtClean="0"/>
              <a:t> </a:t>
            </a:r>
            <a:r>
              <a:rPr lang="en-US" dirty="0" smtClean="0"/>
              <a:t>WUSD </a:t>
            </a:r>
            <a:r>
              <a:rPr lang="en-US" dirty="0" err="1" smtClean="0"/>
              <a:t>stablecoin</a:t>
            </a:r>
            <a:endParaRPr lang="en-US" dirty="0"/>
          </a:p>
        </p:txBody>
      </p:sp>
      <p:sp>
        <p:nvSpPr>
          <p:cNvPr id="3" name="Title 2"/>
          <p:cNvSpPr>
            <a:spLocks noGrp="1"/>
          </p:cNvSpPr>
          <p:nvPr>
            <p:ph type="title"/>
          </p:nvPr>
        </p:nvSpPr>
        <p:spPr/>
        <p:txBody>
          <a:bodyPr/>
          <a:lstStyle/>
          <a:p>
            <a:r>
              <a:rPr lang="en-US" dirty="0" smtClean="0"/>
              <a:t>Technologies Used</a:t>
            </a:r>
            <a:endParaRPr lang="en-US"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oncourse">
  <a:themeElements>
    <a:clrScheme name="Concourse">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Concourse">
      <a:maj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majorFont>
      <a:min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minorFont>
    </a:fontScheme>
    <a:fmtScheme name="Concourse">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9525" cap="flat" cmpd="sng" algn="ctr">
          <a:solidFill>
            <a:schemeClr val="phClr"/>
          </a:solidFill>
          <a:prstDash val="solid"/>
        </a:ln>
        <a:ln w="55000" cap="flat" cmpd="thickThin" algn="ctr">
          <a:solidFill>
            <a:schemeClr val="phClr"/>
          </a:solidFill>
          <a:prstDash val="solid"/>
        </a:ln>
        <a:ln w="63500" cap="flat" cmpd="thickThin"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fov="0">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gradFill rotWithShape="1">
          <a:gsLst>
            <a:gs pos="0">
              <a:schemeClr val="phClr">
                <a:tint val="55000"/>
                <a:satMod val="300000"/>
              </a:schemeClr>
            </a:gs>
            <a:gs pos="40000">
              <a:schemeClr val="phClr">
                <a:tint val="65000"/>
                <a:satMod val="300000"/>
              </a:schemeClr>
            </a:gs>
            <a:gs pos="100000">
              <a:schemeClr val="phClr">
                <a:shade val="65000"/>
                <a:satMod val="300000"/>
              </a:schemeClr>
            </a:gs>
          </a:gsLst>
          <a:path path="circle">
            <a:fillToRect l="95000" t="-106500" r="5000" b="206500"/>
          </a:path>
        </a:gradFill>
        <a:blipFill>
          <a:blip xmlns:r="http://schemas.openxmlformats.org/officeDocument/2006/relationships" r:embed="rId1">
            <a:duotone>
              <a:schemeClr val="phClr">
                <a:shade val="60000"/>
                <a:satMod val="110000"/>
              </a:schemeClr>
              <a:schemeClr val="phClr">
                <a:tint val="95000"/>
              </a:schemeClr>
            </a:duotone>
          </a:blip>
          <a:tile tx="0" ty="0" sx="50000" sy="50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Concourse</Template>
  <TotalTime>17</TotalTime>
  <Words>577</Words>
  <Application>Microsoft Office PowerPoint</Application>
  <PresentationFormat>On-screen Show (4:3)</PresentationFormat>
  <Paragraphs>95</Paragraphs>
  <Slides>10</Slides>
  <Notes>0</Notes>
  <HiddenSlides>0</HiddenSlides>
  <MMClips>0</MMClip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Concourse</vt:lpstr>
      <vt:lpstr>Weilliptic Hackathon</vt:lpstr>
      <vt:lpstr>Problem Statement</vt:lpstr>
      <vt:lpstr>Overview</vt:lpstr>
      <vt:lpstr>System Architecture</vt:lpstr>
      <vt:lpstr>FrontEnd</vt:lpstr>
      <vt:lpstr>Backend</vt:lpstr>
      <vt:lpstr>Rust Cerebrum StepAgent (WeilChain)</vt:lpstr>
      <vt:lpstr>Human-in-the-Loop Approval</vt:lpstr>
      <vt:lpstr>Payment Using WUSD Stablecoin</vt:lpstr>
      <vt:lpstr>Technologies Used</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Weilliptic Hackathon</dc:title>
  <dc:creator>HP</dc:creator>
  <cp:lastModifiedBy>HP</cp:lastModifiedBy>
  <cp:revision>3</cp:revision>
  <dcterms:created xsi:type="dcterms:W3CDTF">2026-03-15T17:48:05Z</dcterms:created>
  <dcterms:modified xsi:type="dcterms:W3CDTF">2026-03-15T18:05:31Z</dcterms:modified>
</cp:coreProperties>
</file>